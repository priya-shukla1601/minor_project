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ink/ink2.xml" ContentType="application/inkml+xml"/>
  <Override PartName="/ppt/notesSlides/notesSlide11.xml" ContentType="application/vnd.openxmlformats-officedocument.presentationml.notesSlide+xml"/>
  <Override PartName="/ppt/ink/ink3.xml" ContentType="application/inkml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497" r:id="rId3"/>
    <p:sldId id="499" r:id="rId4"/>
    <p:sldId id="500" r:id="rId5"/>
    <p:sldId id="501" r:id="rId6"/>
    <p:sldId id="512" r:id="rId7"/>
    <p:sldId id="513" r:id="rId8"/>
    <p:sldId id="505" r:id="rId9"/>
    <p:sldId id="503" r:id="rId10"/>
    <p:sldId id="508" r:id="rId11"/>
    <p:sldId id="507" r:id="rId12"/>
    <p:sldId id="514" r:id="rId13"/>
    <p:sldId id="504" r:id="rId14"/>
    <p:sldId id="502" r:id="rId15"/>
    <p:sldId id="506" r:id="rId16"/>
    <p:sldId id="269" r:id="rId17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93" autoAdjust="0"/>
    <p:restoredTop sz="94681"/>
  </p:normalViewPr>
  <p:slideViewPr>
    <p:cSldViewPr>
      <p:cViewPr varScale="1">
        <p:scale>
          <a:sx n="78" d="100"/>
          <a:sy n="78" d="100"/>
        </p:scale>
        <p:origin x="1013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2C1950-BA03-4C6B-B9B3-7CD03614E85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6C122E3-E182-4412-8E5D-1FB616F204F4}">
      <dgm:prSet phldrT="[Text]" phldr="0"/>
      <dgm:spPr/>
      <dgm:t>
        <a:bodyPr/>
        <a:lstStyle/>
        <a:p>
          <a:r>
            <a:rPr lang="en-US" b="1" dirty="0"/>
            <a:t>User data input</a:t>
          </a:r>
          <a:endParaRPr lang="en-IN" b="1" dirty="0"/>
        </a:p>
      </dgm:t>
    </dgm:pt>
    <dgm:pt modelId="{DAAF166A-3C76-4BA9-88B0-B753D8EB5292}" type="parTrans" cxnId="{D2FC882D-2C86-4BDD-BE37-CC253AEDC7BA}">
      <dgm:prSet/>
      <dgm:spPr/>
      <dgm:t>
        <a:bodyPr/>
        <a:lstStyle/>
        <a:p>
          <a:endParaRPr lang="en-IN"/>
        </a:p>
      </dgm:t>
    </dgm:pt>
    <dgm:pt modelId="{CF182901-9144-409D-B315-C49FA2BED376}" type="sibTrans" cxnId="{D2FC882D-2C86-4BDD-BE37-CC253AEDC7BA}">
      <dgm:prSet/>
      <dgm:spPr/>
      <dgm:t>
        <a:bodyPr/>
        <a:lstStyle/>
        <a:p>
          <a:endParaRPr lang="en-IN"/>
        </a:p>
      </dgm:t>
    </dgm:pt>
    <dgm:pt modelId="{46217EB3-A21C-4FE1-960E-189A6BBE75FA}">
      <dgm:prSet phldrT="[Text]" phldr="0" custT="1"/>
      <dgm:spPr/>
      <dgm:t>
        <a:bodyPr/>
        <a:lstStyle/>
        <a:p>
          <a:r>
            <a:rPr lang="en-US" sz="1500" b="0" i="0" dirty="0">
              <a:solidFill>
                <a:srgbClr val="2E3D2F"/>
              </a:solidFill>
              <a:latin typeface="Calibri"/>
            </a:rPr>
            <a:t>User enters plant details, electricity (kWh), fuel types &amp; quantities, and production volume via the web interface</a:t>
          </a:r>
          <a:r>
            <a:rPr lang="en-US" sz="2000" b="0" i="0" dirty="0">
              <a:solidFill>
                <a:srgbClr val="2E3D2F"/>
              </a:solidFill>
              <a:latin typeface="Calibri"/>
            </a:rPr>
            <a:t>.</a:t>
          </a:r>
          <a:endParaRPr lang="en-IN" sz="2000" dirty="0"/>
        </a:p>
      </dgm:t>
    </dgm:pt>
    <dgm:pt modelId="{916BE549-1ED1-4EA7-AE10-D407AF9FB6CC}" type="parTrans" cxnId="{D0407DFA-8B9E-4C14-86D8-D9411A7F4B77}">
      <dgm:prSet/>
      <dgm:spPr/>
      <dgm:t>
        <a:bodyPr/>
        <a:lstStyle/>
        <a:p>
          <a:endParaRPr lang="en-IN"/>
        </a:p>
      </dgm:t>
    </dgm:pt>
    <dgm:pt modelId="{42C50EE1-F41E-4DA2-B887-6BFF681C235A}" type="sibTrans" cxnId="{D0407DFA-8B9E-4C14-86D8-D9411A7F4B77}">
      <dgm:prSet/>
      <dgm:spPr/>
      <dgm:t>
        <a:bodyPr/>
        <a:lstStyle/>
        <a:p>
          <a:endParaRPr lang="en-IN"/>
        </a:p>
      </dgm:t>
    </dgm:pt>
    <dgm:pt modelId="{7E9E3134-08AF-4E56-8A91-0E503F3ED721}">
      <dgm:prSet phldrT="[Text]" phldr="0"/>
      <dgm:spPr/>
      <dgm:t>
        <a:bodyPr/>
        <a:lstStyle/>
        <a:p>
          <a:r>
            <a:rPr lang="en-US" b="1" dirty="0"/>
            <a:t>Data Validation</a:t>
          </a:r>
          <a:endParaRPr lang="en-IN" b="1" dirty="0"/>
        </a:p>
      </dgm:t>
    </dgm:pt>
    <dgm:pt modelId="{6C93E4DA-B9F2-4FB5-BD7A-FAB9466216AA}" type="parTrans" cxnId="{E2190C06-8D44-456D-94DC-A5471A75C7DA}">
      <dgm:prSet/>
      <dgm:spPr/>
      <dgm:t>
        <a:bodyPr/>
        <a:lstStyle/>
        <a:p>
          <a:endParaRPr lang="en-IN"/>
        </a:p>
      </dgm:t>
    </dgm:pt>
    <dgm:pt modelId="{9044CA84-BD76-4D18-9245-CC78C5551A14}" type="sibTrans" cxnId="{E2190C06-8D44-456D-94DC-A5471A75C7DA}">
      <dgm:prSet/>
      <dgm:spPr/>
      <dgm:t>
        <a:bodyPr/>
        <a:lstStyle/>
        <a:p>
          <a:endParaRPr lang="en-IN"/>
        </a:p>
      </dgm:t>
    </dgm:pt>
    <dgm:pt modelId="{AFDE657D-03E0-4349-89B3-8B7779DA2BCB}">
      <dgm:prSet phldrT="[Text]" custT="1"/>
      <dgm:spPr/>
      <dgm:t>
        <a:bodyPr/>
        <a:lstStyle/>
        <a:p>
          <a:r>
            <a:rPr lang="en-US" sz="1500" b="0" i="0" dirty="0">
              <a:solidFill>
                <a:srgbClr val="2E3D2F"/>
              </a:solidFill>
              <a:latin typeface="Calibri"/>
            </a:rPr>
            <a:t>System validates all inputs for completeness, format, and range. Invalid entries are flagged before processing.</a:t>
          </a:r>
          <a:endParaRPr lang="en-IN" sz="1500" dirty="0"/>
        </a:p>
      </dgm:t>
    </dgm:pt>
    <dgm:pt modelId="{B67C28D7-04ED-464E-8AC7-85961C341733}" type="parTrans" cxnId="{175AE7EF-5BBA-4B3E-AFC2-05AD9E057FB3}">
      <dgm:prSet/>
      <dgm:spPr/>
      <dgm:t>
        <a:bodyPr/>
        <a:lstStyle/>
        <a:p>
          <a:endParaRPr lang="en-IN"/>
        </a:p>
      </dgm:t>
    </dgm:pt>
    <dgm:pt modelId="{64B6944C-A72A-4826-AB9A-3BAC4881AA77}" type="sibTrans" cxnId="{175AE7EF-5BBA-4B3E-AFC2-05AD9E057FB3}">
      <dgm:prSet/>
      <dgm:spPr/>
      <dgm:t>
        <a:bodyPr/>
        <a:lstStyle/>
        <a:p>
          <a:endParaRPr lang="en-IN"/>
        </a:p>
      </dgm:t>
    </dgm:pt>
    <dgm:pt modelId="{D462ACFD-D184-47A5-A3EC-534CD0BF4E9B}">
      <dgm:prSet phldrT="[Text]" phldr="0"/>
      <dgm:spPr/>
      <dgm:t>
        <a:bodyPr/>
        <a:lstStyle/>
        <a:p>
          <a:r>
            <a:rPr lang="en-US" b="1" dirty="0"/>
            <a:t>Emission Calculation</a:t>
          </a:r>
          <a:endParaRPr lang="en-IN" b="1" dirty="0"/>
        </a:p>
      </dgm:t>
    </dgm:pt>
    <dgm:pt modelId="{5EC90D39-75A4-4BAE-BA6B-E4625F752122}" type="parTrans" cxnId="{882E502E-09DB-477C-8290-053798AF2B6B}">
      <dgm:prSet/>
      <dgm:spPr/>
      <dgm:t>
        <a:bodyPr/>
        <a:lstStyle/>
        <a:p>
          <a:endParaRPr lang="en-IN"/>
        </a:p>
      </dgm:t>
    </dgm:pt>
    <dgm:pt modelId="{8BDF470B-96A4-4490-B6E5-2904A3FA4046}" type="sibTrans" cxnId="{882E502E-09DB-477C-8290-053798AF2B6B}">
      <dgm:prSet/>
      <dgm:spPr/>
      <dgm:t>
        <a:bodyPr/>
        <a:lstStyle/>
        <a:p>
          <a:endParaRPr lang="en-IN"/>
        </a:p>
      </dgm:t>
    </dgm:pt>
    <dgm:pt modelId="{27798888-C52C-40B1-BEDF-F8A8798743AD}">
      <dgm:prSet phldrT="[Text]" custT="1"/>
      <dgm:spPr/>
      <dgm:t>
        <a:bodyPr/>
        <a:lstStyle/>
        <a:p>
          <a:r>
            <a:rPr lang="en-US" sz="1500" b="0" i="0" dirty="0">
              <a:solidFill>
                <a:srgbClr val="2E3D2F"/>
              </a:solidFill>
              <a:latin typeface="Calibri"/>
            </a:rPr>
            <a:t>CO₂ is computed using predefined emission factors: Grid × 0.735 | HSD × 2.754 | LPG × 2.920 | PNG × 1.885 | Biomass × 0.0018</a:t>
          </a:r>
          <a:endParaRPr lang="en-IN" sz="1500" dirty="0"/>
        </a:p>
      </dgm:t>
    </dgm:pt>
    <dgm:pt modelId="{B3E34D7D-7206-49A0-AB46-C415649A221B}" type="parTrans" cxnId="{9653AE01-7BF0-4731-BE2F-63BCC47B9EC0}">
      <dgm:prSet/>
      <dgm:spPr/>
      <dgm:t>
        <a:bodyPr/>
        <a:lstStyle/>
        <a:p>
          <a:endParaRPr lang="en-IN"/>
        </a:p>
      </dgm:t>
    </dgm:pt>
    <dgm:pt modelId="{39D193F9-08F4-44E3-93FF-F1892CA1CF41}" type="sibTrans" cxnId="{9653AE01-7BF0-4731-BE2F-63BCC47B9EC0}">
      <dgm:prSet/>
      <dgm:spPr/>
      <dgm:t>
        <a:bodyPr/>
        <a:lstStyle/>
        <a:p>
          <a:endParaRPr lang="en-IN"/>
        </a:p>
      </dgm:t>
    </dgm:pt>
    <dgm:pt modelId="{381EEE7D-4CEE-4098-8C9F-5D5929207B3E}">
      <dgm:prSet/>
      <dgm:spPr/>
      <dgm:t>
        <a:bodyPr/>
        <a:lstStyle/>
        <a:p>
          <a:r>
            <a:rPr lang="en-US" b="1" dirty="0"/>
            <a:t>KPI Generation</a:t>
          </a:r>
          <a:endParaRPr lang="en-IN" b="1" dirty="0"/>
        </a:p>
      </dgm:t>
    </dgm:pt>
    <dgm:pt modelId="{7364DC6A-2783-470E-A939-7030DC80DED9}" type="parTrans" cxnId="{1B9342B7-628E-4A29-8896-BDF7DCBC5FFB}">
      <dgm:prSet/>
      <dgm:spPr/>
      <dgm:t>
        <a:bodyPr/>
        <a:lstStyle/>
        <a:p>
          <a:endParaRPr lang="en-IN"/>
        </a:p>
      </dgm:t>
    </dgm:pt>
    <dgm:pt modelId="{C8E89FEA-6793-493A-8CAA-07A382413F17}" type="sibTrans" cxnId="{1B9342B7-628E-4A29-8896-BDF7DCBC5FFB}">
      <dgm:prSet/>
      <dgm:spPr/>
      <dgm:t>
        <a:bodyPr/>
        <a:lstStyle/>
        <a:p>
          <a:endParaRPr lang="en-IN"/>
        </a:p>
      </dgm:t>
    </dgm:pt>
    <dgm:pt modelId="{8DA45C81-D2AE-4400-9E30-E3CAFC9D19A1}">
      <dgm:prSet/>
      <dgm:spPr/>
      <dgm:t>
        <a:bodyPr/>
        <a:lstStyle/>
        <a:p>
          <a:r>
            <a:rPr lang="en-US" b="1" dirty="0"/>
            <a:t>Dashboard Visualization</a:t>
          </a:r>
          <a:endParaRPr lang="en-IN" b="1" dirty="0"/>
        </a:p>
      </dgm:t>
    </dgm:pt>
    <dgm:pt modelId="{468F9C88-68C3-44BD-AD8B-55107CE69ACF}" type="parTrans" cxnId="{63AB933D-4277-4669-9811-CC21074AD2F4}">
      <dgm:prSet/>
      <dgm:spPr/>
      <dgm:t>
        <a:bodyPr/>
        <a:lstStyle/>
        <a:p>
          <a:endParaRPr lang="en-IN"/>
        </a:p>
      </dgm:t>
    </dgm:pt>
    <dgm:pt modelId="{D2E2499F-976D-4CFD-8797-87F77874C533}" type="sibTrans" cxnId="{63AB933D-4277-4669-9811-CC21074AD2F4}">
      <dgm:prSet/>
      <dgm:spPr/>
      <dgm:t>
        <a:bodyPr/>
        <a:lstStyle/>
        <a:p>
          <a:endParaRPr lang="en-IN"/>
        </a:p>
      </dgm:t>
    </dgm:pt>
    <dgm:pt modelId="{C75CFC32-AB08-420B-8273-EA2DD22ADED6}">
      <dgm:prSet custT="1"/>
      <dgm:spPr/>
      <dgm:t>
        <a:bodyPr/>
        <a:lstStyle/>
        <a:p>
          <a:r>
            <a:rPr lang="en-US" sz="1500" b="0" i="0" dirty="0">
              <a:solidFill>
                <a:srgbClr val="2E3D2F"/>
              </a:solidFill>
              <a:latin typeface="Calibri"/>
            </a:rPr>
            <a:t>Carbon Intensity (Kg CO₂/Ltr), RE %, and Energy Ratio (EUR) are derived from total emissions and production data.</a:t>
          </a:r>
          <a:endParaRPr lang="en-IN" sz="1500" dirty="0"/>
        </a:p>
      </dgm:t>
    </dgm:pt>
    <dgm:pt modelId="{E4FC4E80-A42F-43BD-B2E0-4D6A9DD201BA}" type="parTrans" cxnId="{5FD8D240-32AD-4374-9317-19E3C33B34CB}">
      <dgm:prSet/>
      <dgm:spPr/>
      <dgm:t>
        <a:bodyPr/>
        <a:lstStyle/>
        <a:p>
          <a:endParaRPr lang="en-IN"/>
        </a:p>
      </dgm:t>
    </dgm:pt>
    <dgm:pt modelId="{1B998B17-5A8B-4D26-8C24-6EA89F3ADEF5}" type="sibTrans" cxnId="{5FD8D240-32AD-4374-9317-19E3C33B34CB}">
      <dgm:prSet/>
      <dgm:spPr/>
      <dgm:t>
        <a:bodyPr/>
        <a:lstStyle/>
        <a:p>
          <a:endParaRPr lang="en-IN"/>
        </a:p>
      </dgm:t>
    </dgm:pt>
    <dgm:pt modelId="{6BAAE84C-317C-4BA9-A3EF-E45466784E5B}">
      <dgm:prSet custT="1"/>
      <dgm:spPr/>
      <dgm:t>
        <a:bodyPr/>
        <a:lstStyle/>
        <a:p>
          <a:r>
            <a:rPr lang="en-US" sz="1500" b="0" i="0" dirty="0">
              <a:solidFill>
                <a:srgbClr val="2E3D2F"/>
              </a:solidFill>
              <a:latin typeface="Calibri"/>
            </a:rPr>
            <a:t>Results are displayed as charts, trend graphs, and KPI cards in an interactive React.js dashboard.</a:t>
          </a:r>
          <a:endParaRPr lang="en-IN" sz="1500" dirty="0"/>
        </a:p>
      </dgm:t>
    </dgm:pt>
    <dgm:pt modelId="{D49E5FEE-D1AA-4D6B-BB88-E7301B9774E8}" type="parTrans" cxnId="{CA37F9DB-4BB5-4549-81ED-FF245D94EEF0}">
      <dgm:prSet/>
      <dgm:spPr/>
      <dgm:t>
        <a:bodyPr/>
        <a:lstStyle/>
        <a:p>
          <a:endParaRPr lang="en-IN"/>
        </a:p>
      </dgm:t>
    </dgm:pt>
    <dgm:pt modelId="{3B941EDF-2411-49B9-B614-4AA69626FFEF}" type="sibTrans" cxnId="{CA37F9DB-4BB5-4549-81ED-FF245D94EEF0}">
      <dgm:prSet/>
      <dgm:spPr/>
      <dgm:t>
        <a:bodyPr/>
        <a:lstStyle/>
        <a:p>
          <a:endParaRPr lang="en-IN"/>
        </a:p>
      </dgm:t>
    </dgm:pt>
    <dgm:pt modelId="{3472E35E-0374-48DB-A266-5798A29BE617}" type="pres">
      <dgm:prSet presAssocID="{D92C1950-BA03-4C6B-B9B3-7CD03614E85E}" presName="linearFlow" presStyleCnt="0">
        <dgm:presLayoutVars>
          <dgm:dir/>
          <dgm:animLvl val="lvl"/>
          <dgm:resizeHandles val="exact"/>
        </dgm:presLayoutVars>
      </dgm:prSet>
      <dgm:spPr/>
    </dgm:pt>
    <dgm:pt modelId="{57270AEC-97BE-4D99-934A-E37FCE736A82}" type="pres">
      <dgm:prSet presAssocID="{A6C122E3-E182-4412-8E5D-1FB616F204F4}" presName="composite" presStyleCnt="0"/>
      <dgm:spPr/>
    </dgm:pt>
    <dgm:pt modelId="{3517E509-C4D6-4162-B2FC-BF6FD4296A02}" type="pres">
      <dgm:prSet presAssocID="{A6C122E3-E182-4412-8E5D-1FB616F204F4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727180F8-39F1-4DD4-BC82-43CE905F0241}" type="pres">
      <dgm:prSet presAssocID="{A6C122E3-E182-4412-8E5D-1FB616F204F4}" presName="descendantText" presStyleLbl="alignAcc1" presStyleIdx="0" presStyleCnt="5">
        <dgm:presLayoutVars>
          <dgm:bulletEnabled val="1"/>
        </dgm:presLayoutVars>
      </dgm:prSet>
      <dgm:spPr/>
    </dgm:pt>
    <dgm:pt modelId="{B7C7B876-EB83-49FE-B391-B523803EE88F}" type="pres">
      <dgm:prSet presAssocID="{CF182901-9144-409D-B315-C49FA2BED376}" presName="sp" presStyleCnt="0"/>
      <dgm:spPr/>
    </dgm:pt>
    <dgm:pt modelId="{031F0FAA-63C0-48F7-B61D-72136E4145A1}" type="pres">
      <dgm:prSet presAssocID="{7E9E3134-08AF-4E56-8A91-0E503F3ED721}" presName="composite" presStyleCnt="0"/>
      <dgm:spPr/>
    </dgm:pt>
    <dgm:pt modelId="{D90281FB-D90A-4B2A-B347-B5F14D300A41}" type="pres">
      <dgm:prSet presAssocID="{7E9E3134-08AF-4E56-8A91-0E503F3ED721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B28103A6-C962-4654-8180-293A476A8672}" type="pres">
      <dgm:prSet presAssocID="{7E9E3134-08AF-4E56-8A91-0E503F3ED721}" presName="descendantText" presStyleLbl="alignAcc1" presStyleIdx="1" presStyleCnt="5">
        <dgm:presLayoutVars>
          <dgm:bulletEnabled val="1"/>
        </dgm:presLayoutVars>
      </dgm:prSet>
      <dgm:spPr/>
    </dgm:pt>
    <dgm:pt modelId="{7977038C-8CC2-4810-8946-A94282752020}" type="pres">
      <dgm:prSet presAssocID="{9044CA84-BD76-4D18-9245-CC78C5551A14}" presName="sp" presStyleCnt="0"/>
      <dgm:spPr/>
    </dgm:pt>
    <dgm:pt modelId="{86188F85-4D36-4F8E-9272-0BFDC26A70DC}" type="pres">
      <dgm:prSet presAssocID="{D462ACFD-D184-47A5-A3EC-534CD0BF4E9B}" presName="composite" presStyleCnt="0"/>
      <dgm:spPr/>
    </dgm:pt>
    <dgm:pt modelId="{8363005A-842A-4A51-BD58-46D510428E0F}" type="pres">
      <dgm:prSet presAssocID="{D462ACFD-D184-47A5-A3EC-534CD0BF4E9B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0B239C23-A850-42AD-810E-959548B3B055}" type="pres">
      <dgm:prSet presAssocID="{D462ACFD-D184-47A5-A3EC-534CD0BF4E9B}" presName="descendantText" presStyleLbl="alignAcc1" presStyleIdx="2" presStyleCnt="5">
        <dgm:presLayoutVars>
          <dgm:bulletEnabled val="1"/>
        </dgm:presLayoutVars>
      </dgm:prSet>
      <dgm:spPr/>
    </dgm:pt>
    <dgm:pt modelId="{9447EE22-A037-4FDD-BCBF-A4EA4B81FC73}" type="pres">
      <dgm:prSet presAssocID="{8BDF470B-96A4-4490-B6E5-2904A3FA4046}" presName="sp" presStyleCnt="0"/>
      <dgm:spPr/>
    </dgm:pt>
    <dgm:pt modelId="{3F0EAD0F-5BFA-464B-B4CB-95554702716C}" type="pres">
      <dgm:prSet presAssocID="{381EEE7D-4CEE-4098-8C9F-5D5929207B3E}" presName="composite" presStyleCnt="0"/>
      <dgm:spPr/>
    </dgm:pt>
    <dgm:pt modelId="{F4EA7C7B-83CC-452A-9B06-7770B4BFA056}" type="pres">
      <dgm:prSet presAssocID="{381EEE7D-4CEE-4098-8C9F-5D5929207B3E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3497D294-B6F5-4906-85FF-F796332B5DD6}" type="pres">
      <dgm:prSet presAssocID="{381EEE7D-4CEE-4098-8C9F-5D5929207B3E}" presName="descendantText" presStyleLbl="alignAcc1" presStyleIdx="3" presStyleCnt="5" custLinFactNeighborY="-6251">
        <dgm:presLayoutVars>
          <dgm:bulletEnabled val="1"/>
        </dgm:presLayoutVars>
      </dgm:prSet>
      <dgm:spPr/>
    </dgm:pt>
    <dgm:pt modelId="{D72FF843-AF57-466A-835E-DE3DCCD51A9F}" type="pres">
      <dgm:prSet presAssocID="{C8E89FEA-6793-493A-8CAA-07A382413F17}" presName="sp" presStyleCnt="0"/>
      <dgm:spPr/>
    </dgm:pt>
    <dgm:pt modelId="{A32A01A2-7FA4-462F-8374-783DE4C38EDD}" type="pres">
      <dgm:prSet presAssocID="{8DA45C81-D2AE-4400-9E30-E3CAFC9D19A1}" presName="composite" presStyleCnt="0"/>
      <dgm:spPr/>
    </dgm:pt>
    <dgm:pt modelId="{EF3FAE48-FA75-428A-AE57-38737BFBB989}" type="pres">
      <dgm:prSet presAssocID="{8DA45C81-D2AE-4400-9E30-E3CAFC9D19A1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4F42C7E4-2D05-4A76-959E-D3419D6B3D9E}" type="pres">
      <dgm:prSet presAssocID="{8DA45C81-D2AE-4400-9E30-E3CAFC9D19A1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9653AE01-7BF0-4731-BE2F-63BCC47B9EC0}" srcId="{D462ACFD-D184-47A5-A3EC-534CD0BF4E9B}" destId="{27798888-C52C-40B1-BEDF-F8A8798743AD}" srcOrd="0" destOrd="0" parTransId="{B3E34D7D-7206-49A0-AB46-C415649A221B}" sibTransId="{39D193F9-08F4-44E3-93FF-F1892CA1CF41}"/>
    <dgm:cxn modelId="{E2190C06-8D44-456D-94DC-A5471A75C7DA}" srcId="{D92C1950-BA03-4C6B-B9B3-7CD03614E85E}" destId="{7E9E3134-08AF-4E56-8A91-0E503F3ED721}" srcOrd="1" destOrd="0" parTransId="{6C93E4DA-B9F2-4FB5-BD7A-FAB9466216AA}" sibTransId="{9044CA84-BD76-4D18-9245-CC78C5551A14}"/>
    <dgm:cxn modelId="{8E967906-3933-40A9-8AE5-A9CE741EE3F3}" type="presOf" srcId="{8DA45C81-D2AE-4400-9E30-E3CAFC9D19A1}" destId="{EF3FAE48-FA75-428A-AE57-38737BFBB989}" srcOrd="0" destOrd="0" presId="urn:microsoft.com/office/officeart/2005/8/layout/chevron2"/>
    <dgm:cxn modelId="{D2FC882D-2C86-4BDD-BE37-CC253AEDC7BA}" srcId="{D92C1950-BA03-4C6B-B9B3-7CD03614E85E}" destId="{A6C122E3-E182-4412-8E5D-1FB616F204F4}" srcOrd="0" destOrd="0" parTransId="{DAAF166A-3C76-4BA9-88B0-B753D8EB5292}" sibTransId="{CF182901-9144-409D-B315-C49FA2BED376}"/>
    <dgm:cxn modelId="{882E502E-09DB-477C-8290-053798AF2B6B}" srcId="{D92C1950-BA03-4C6B-B9B3-7CD03614E85E}" destId="{D462ACFD-D184-47A5-A3EC-534CD0BF4E9B}" srcOrd="2" destOrd="0" parTransId="{5EC90D39-75A4-4BAE-BA6B-E4625F752122}" sibTransId="{8BDF470B-96A4-4490-B6E5-2904A3FA4046}"/>
    <dgm:cxn modelId="{9669122F-3A66-4265-83D8-93839714CD01}" type="presOf" srcId="{46217EB3-A21C-4FE1-960E-189A6BBE75FA}" destId="{727180F8-39F1-4DD4-BC82-43CE905F0241}" srcOrd="0" destOrd="0" presId="urn:microsoft.com/office/officeart/2005/8/layout/chevron2"/>
    <dgm:cxn modelId="{63AB933D-4277-4669-9811-CC21074AD2F4}" srcId="{D92C1950-BA03-4C6B-B9B3-7CD03614E85E}" destId="{8DA45C81-D2AE-4400-9E30-E3CAFC9D19A1}" srcOrd="4" destOrd="0" parTransId="{468F9C88-68C3-44BD-AD8B-55107CE69ACF}" sibTransId="{D2E2499F-976D-4CFD-8797-87F77874C533}"/>
    <dgm:cxn modelId="{5FD8D240-32AD-4374-9317-19E3C33B34CB}" srcId="{381EEE7D-4CEE-4098-8C9F-5D5929207B3E}" destId="{C75CFC32-AB08-420B-8273-EA2DD22ADED6}" srcOrd="0" destOrd="0" parTransId="{E4FC4E80-A42F-43BD-B2E0-4D6A9DD201BA}" sibTransId="{1B998B17-5A8B-4D26-8C24-6EA89F3ADEF5}"/>
    <dgm:cxn modelId="{AA107348-A4A8-44A5-B0A9-EBF918EE05A5}" type="presOf" srcId="{D462ACFD-D184-47A5-A3EC-534CD0BF4E9B}" destId="{8363005A-842A-4A51-BD58-46D510428E0F}" srcOrd="0" destOrd="0" presId="urn:microsoft.com/office/officeart/2005/8/layout/chevron2"/>
    <dgm:cxn modelId="{DE771272-6EFD-44E6-8E3F-AA96AC89F6FD}" type="presOf" srcId="{C75CFC32-AB08-420B-8273-EA2DD22ADED6}" destId="{3497D294-B6F5-4906-85FF-F796332B5DD6}" srcOrd="0" destOrd="0" presId="urn:microsoft.com/office/officeart/2005/8/layout/chevron2"/>
    <dgm:cxn modelId="{AE897354-3A8E-4F06-A632-0A6FC56BE602}" type="presOf" srcId="{7E9E3134-08AF-4E56-8A91-0E503F3ED721}" destId="{D90281FB-D90A-4B2A-B347-B5F14D300A41}" srcOrd="0" destOrd="0" presId="urn:microsoft.com/office/officeart/2005/8/layout/chevron2"/>
    <dgm:cxn modelId="{F942029B-7EA1-4208-BB62-4D982451A5C3}" type="presOf" srcId="{6BAAE84C-317C-4BA9-A3EF-E45466784E5B}" destId="{4F42C7E4-2D05-4A76-959E-D3419D6B3D9E}" srcOrd="0" destOrd="0" presId="urn:microsoft.com/office/officeart/2005/8/layout/chevron2"/>
    <dgm:cxn modelId="{8400B79D-86E4-49FD-B541-DC3139DC607D}" type="presOf" srcId="{A6C122E3-E182-4412-8E5D-1FB616F204F4}" destId="{3517E509-C4D6-4162-B2FC-BF6FD4296A02}" srcOrd="0" destOrd="0" presId="urn:microsoft.com/office/officeart/2005/8/layout/chevron2"/>
    <dgm:cxn modelId="{1B9342B7-628E-4A29-8896-BDF7DCBC5FFB}" srcId="{D92C1950-BA03-4C6B-B9B3-7CD03614E85E}" destId="{381EEE7D-4CEE-4098-8C9F-5D5929207B3E}" srcOrd="3" destOrd="0" parTransId="{7364DC6A-2783-470E-A939-7030DC80DED9}" sibTransId="{C8E89FEA-6793-493A-8CAA-07A382413F17}"/>
    <dgm:cxn modelId="{EE9EE8C7-AA2F-46DD-8B93-8D848FDC8D26}" type="presOf" srcId="{AFDE657D-03E0-4349-89B3-8B7779DA2BCB}" destId="{B28103A6-C962-4654-8180-293A476A8672}" srcOrd="0" destOrd="0" presId="urn:microsoft.com/office/officeart/2005/8/layout/chevron2"/>
    <dgm:cxn modelId="{6C8ADACC-C9F1-4E7D-AC44-6C0195D36DC5}" type="presOf" srcId="{381EEE7D-4CEE-4098-8C9F-5D5929207B3E}" destId="{F4EA7C7B-83CC-452A-9B06-7770B4BFA056}" srcOrd="0" destOrd="0" presId="urn:microsoft.com/office/officeart/2005/8/layout/chevron2"/>
    <dgm:cxn modelId="{CA37F9DB-4BB5-4549-81ED-FF245D94EEF0}" srcId="{8DA45C81-D2AE-4400-9E30-E3CAFC9D19A1}" destId="{6BAAE84C-317C-4BA9-A3EF-E45466784E5B}" srcOrd="0" destOrd="0" parTransId="{D49E5FEE-D1AA-4D6B-BB88-E7301B9774E8}" sibTransId="{3B941EDF-2411-49B9-B614-4AA69626FFEF}"/>
    <dgm:cxn modelId="{D9EC39E0-C27C-488F-A411-139C3B5C67EF}" type="presOf" srcId="{27798888-C52C-40B1-BEDF-F8A8798743AD}" destId="{0B239C23-A850-42AD-810E-959548B3B055}" srcOrd="0" destOrd="0" presId="urn:microsoft.com/office/officeart/2005/8/layout/chevron2"/>
    <dgm:cxn modelId="{175AE7EF-5BBA-4B3E-AFC2-05AD9E057FB3}" srcId="{7E9E3134-08AF-4E56-8A91-0E503F3ED721}" destId="{AFDE657D-03E0-4349-89B3-8B7779DA2BCB}" srcOrd="0" destOrd="0" parTransId="{B67C28D7-04ED-464E-8AC7-85961C341733}" sibTransId="{64B6944C-A72A-4826-AB9A-3BAC4881AA77}"/>
    <dgm:cxn modelId="{D0407DFA-8B9E-4C14-86D8-D9411A7F4B77}" srcId="{A6C122E3-E182-4412-8E5D-1FB616F204F4}" destId="{46217EB3-A21C-4FE1-960E-189A6BBE75FA}" srcOrd="0" destOrd="0" parTransId="{916BE549-1ED1-4EA7-AE10-D407AF9FB6CC}" sibTransId="{42C50EE1-F41E-4DA2-B887-6BFF681C235A}"/>
    <dgm:cxn modelId="{516C88FD-6DA9-4120-B93D-77555116268A}" type="presOf" srcId="{D92C1950-BA03-4C6B-B9B3-7CD03614E85E}" destId="{3472E35E-0374-48DB-A266-5798A29BE617}" srcOrd="0" destOrd="0" presId="urn:microsoft.com/office/officeart/2005/8/layout/chevron2"/>
    <dgm:cxn modelId="{D6C2C7B7-249A-462B-9320-22C9F6681CAE}" type="presParOf" srcId="{3472E35E-0374-48DB-A266-5798A29BE617}" destId="{57270AEC-97BE-4D99-934A-E37FCE736A82}" srcOrd="0" destOrd="0" presId="urn:microsoft.com/office/officeart/2005/8/layout/chevron2"/>
    <dgm:cxn modelId="{E1F4DEA7-7666-4868-9CCA-9402D17AB464}" type="presParOf" srcId="{57270AEC-97BE-4D99-934A-E37FCE736A82}" destId="{3517E509-C4D6-4162-B2FC-BF6FD4296A02}" srcOrd="0" destOrd="0" presId="urn:microsoft.com/office/officeart/2005/8/layout/chevron2"/>
    <dgm:cxn modelId="{4B8EFF00-A70A-49B7-B2AE-1D01554B7182}" type="presParOf" srcId="{57270AEC-97BE-4D99-934A-E37FCE736A82}" destId="{727180F8-39F1-4DD4-BC82-43CE905F0241}" srcOrd="1" destOrd="0" presId="urn:microsoft.com/office/officeart/2005/8/layout/chevron2"/>
    <dgm:cxn modelId="{D6036E78-57EB-4E3E-BE7B-EE198BFD08D9}" type="presParOf" srcId="{3472E35E-0374-48DB-A266-5798A29BE617}" destId="{B7C7B876-EB83-49FE-B391-B523803EE88F}" srcOrd="1" destOrd="0" presId="urn:microsoft.com/office/officeart/2005/8/layout/chevron2"/>
    <dgm:cxn modelId="{3CC156FA-C73B-4670-985F-34193511ED13}" type="presParOf" srcId="{3472E35E-0374-48DB-A266-5798A29BE617}" destId="{031F0FAA-63C0-48F7-B61D-72136E4145A1}" srcOrd="2" destOrd="0" presId="urn:microsoft.com/office/officeart/2005/8/layout/chevron2"/>
    <dgm:cxn modelId="{DEA27ECE-A2B4-4581-BDFE-6AFECACF16E6}" type="presParOf" srcId="{031F0FAA-63C0-48F7-B61D-72136E4145A1}" destId="{D90281FB-D90A-4B2A-B347-B5F14D300A41}" srcOrd="0" destOrd="0" presId="urn:microsoft.com/office/officeart/2005/8/layout/chevron2"/>
    <dgm:cxn modelId="{BEB80756-7764-4AF2-88BC-10DECA9B6A75}" type="presParOf" srcId="{031F0FAA-63C0-48F7-B61D-72136E4145A1}" destId="{B28103A6-C962-4654-8180-293A476A8672}" srcOrd="1" destOrd="0" presId="urn:microsoft.com/office/officeart/2005/8/layout/chevron2"/>
    <dgm:cxn modelId="{5F954C54-A005-4764-9C18-1B0CF43DBEB1}" type="presParOf" srcId="{3472E35E-0374-48DB-A266-5798A29BE617}" destId="{7977038C-8CC2-4810-8946-A94282752020}" srcOrd="3" destOrd="0" presId="urn:microsoft.com/office/officeart/2005/8/layout/chevron2"/>
    <dgm:cxn modelId="{4528F43A-90E8-4897-AFBA-A18D2D5BFDC7}" type="presParOf" srcId="{3472E35E-0374-48DB-A266-5798A29BE617}" destId="{86188F85-4D36-4F8E-9272-0BFDC26A70DC}" srcOrd="4" destOrd="0" presId="urn:microsoft.com/office/officeart/2005/8/layout/chevron2"/>
    <dgm:cxn modelId="{3CC3DB8E-314A-427A-89F2-9163A5DB6FA9}" type="presParOf" srcId="{86188F85-4D36-4F8E-9272-0BFDC26A70DC}" destId="{8363005A-842A-4A51-BD58-46D510428E0F}" srcOrd="0" destOrd="0" presId="urn:microsoft.com/office/officeart/2005/8/layout/chevron2"/>
    <dgm:cxn modelId="{29D62FC6-4609-4E32-B8CA-1BCD1C7B46E9}" type="presParOf" srcId="{86188F85-4D36-4F8E-9272-0BFDC26A70DC}" destId="{0B239C23-A850-42AD-810E-959548B3B055}" srcOrd="1" destOrd="0" presId="urn:microsoft.com/office/officeart/2005/8/layout/chevron2"/>
    <dgm:cxn modelId="{731E910A-0C79-4B57-9444-3E10A370F886}" type="presParOf" srcId="{3472E35E-0374-48DB-A266-5798A29BE617}" destId="{9447EE22-A037-4FDD-BCBF-A4EA4B81FC73}" srcOrd="5" destOrd="0" presId="urn:microsoft.com/office/officeart/2005/8/layout/chevron2"/>
    <dgm:cxn modelId="{53AB861D-A642-404E-A64D-540C1BD11A86}" type="presParOf" srcId="{3472E35E-0374-48DB-A266-5798A29BE617}" destId="{3F0EAD0F-5BFA-464B-B4CB-95554702716C}" srcOrd="6" destOrd="0" presId="urn:microsoft.com/office/officeart/2005/8/layout/chevron2"/>
    <dgm:cxn modelId="{69E84063-7F99-478E-8AC2-CCE542276C4C}" type="presParOf" srcId="{3F0EAD0F-5BFA-464B-B4CB-95554702716C}" destId="{F4EA7C7B-83CC-452A-9B06-7770B4BFA056}" srcOrd="0" destOrd="0" presId="urn:microsoft.com/office/officeart/2005/8/layout/chevron2"/>
    <dgm:cxn modelId="{34AAD3F0-C077-477C-A4DC-C921F7B69E28}" type="presParOf" srcId="{3F0EAD0F-5BFA-464B-B4CB-95554702716C}" destId="{3497D294-B6F5-4906-85FF-F796332B5DD6}" srcOrd="1" destOrd="0" presId="urn:microsoft.com/office/officeart/2005/8/layout/chevron2"/>
    <dgm:cxn modelId="{BC9A44F4-7A01-4024-AD41-EECE0858E6A3}" type="presParOf" srcId="{3472E35E-0374-48DB-A266-5798A29BE617}" destId="{D72FF843-AF57-466A-835E-DE3DCCD51A9F}" srcOrd="7" destOrd="0" presId="urn:microsoft.com/office/officeart/2005/8/layout/chevron2"/>
    <dgm:cxn modelId="{F7C34933-F24C-4FAA-8F66-C5E57A8A3085}" type="presParOf" srcId="{3472E35E-0374-48DB-A266-5798A29BE617}" destId="{A32A01A2-7FA4-462F-8374-783DE4C38EDD}" srcOrd="8" destOrd="0" presId="urn:microsoft.com/office/officeart/2005/8/layout/chevron2"/>
    <dgm:cxn modelId="{6084E90F-FFD5-49AB-9C20-6417CC4D5A15}" type="presParOf" srcId="{A32A01A2-7FA4-462F-8374-783DE4C38EDD}" destId="{EF3FAE48-FA75-428A-AE57-38737BFBB989}" srcOrd="0" destOrd="0" presId="urn:microsoft.com/office/officeart/2005/8/layout/chevron2"/>
    <dgm:cxn modelId="{E4F2DE9F-C0F2-4106-A53A-7606A5297309}" type="presParOf" srcId="{A32A01A2-7FA4-462F-8374-783DE4C38EDD}" destId="{4F42C7E4-2D05-4A76-959E-D3419D6B3D9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15B4B8-6A9E-44BA-8D9C-659A6B44B8F0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845CDE6-A308-47D8-B4D3-492050CC6AE3}">
      <dgm:prSet phldrT="[Text]" phldr="0"/>
      <dgm:spPr/>
      <dgm:t>
        <a:bodyPr/>
        <a:lstStyle/>
        <a:p>
          <a:r>
            <a:rPr lang="en-US" dirty="0"/>
            <a:t>Step 1</a:t>
          </a:r>
          <a:endParaRPr lang="en-IN" dirty="0"/>
        </a:p>
      </dgm:t>
    </dgm:pt>
    <dgm:pt modelId="{6DCB2BA0-AE92-491E-991A-59D58B38735C}" type="parTrans" cxnId="{D6B7EBAF-DC0F-4C20-A93F-E1F9F596426D}">
      <dgm:prSet/>
      <dgm:spPr/>
      <dgm:t>
        <a:bodyPr/>
        <a:lstStyle/>
        <a:p>
          <a:endParaRPr lang="en-IN"/>
        </a:p>
      </dgm:t>
    </dgm:pt>
    <dgm:pt modelId="{24FBF538-E75A-432E-95B2-10C9B1E4B031}" type="sibTrans" cxnId="{D6B7EBAF-DC0F-4C20-A93F-E1F9F596426D}">
      <dgm:prSet/>
      <dgm:spPr/>
      <dgm:t>
        <a:bodyPr/>
        <a:lstStyle/>
        <a:p>
          <a:endParaRPr lang="en-IN"/>
        </a:p>
      </dgm:t>
    </dgm:pt>
    <dgm:pt modelId="{0B0A63F5-37C9-4B68-9135-09A51D09B237}">
      <dgm:prSet phldrT="[Text]" phldr="0"/>
      <dgm:spPr/>
      <dgm:t>
        <a:bodyPr/>
        <a:lstStyle/>
        <a:p>
          <a:r>
            <a:rPr lang="en-US" dirty="0"/>
            <a:t>Monthly Raw Inputs</a:t>
          </a:r>
          <a:endParaRPr lang="en-IN" dirty="0"/>
        </a:p>
      </dgm:t>
    </dgm:pt>
    <dgm:pt modelId="{0A404D29-7EDE-4B9F-BCC0-0E6DE4565A38}" type="parTrans" cxnId="{4B8A1932-B1C6-4C0C-8B03-5AA6539D03D0}">
      <dgm:prSet/>
      <dgm:spPr/>
      <dgm:t>
        <a:bodyPr/>
        <a:lstStyle/>
        <a:p>
          <a:endParaRPr lang="en-IN"/>
        </a:p>
      </dgm:t>
    </dgm:pt>
    <dgm:pt modelId="{A18A9384-0EAB-45F2-994F-1A8D60AA5BC9}" type="sibTrans" cxnId="{4B8A1932-B1C6-4C0C-8B03-5AA6539D03D0}">
      <dgm:prSet/>
      <dgm:spPr/>
      <dgm:t>
        <a:bodyPr/>
        <a:lstStyle/>
        <a:p>
          <a:endParaRPr lang="en-IN"/>
        </a:p>
      </dgm:t>
    </dgm:pt>
    <dgm:pt modelId="{64D23663-B6A0-4AA7-BAD4-E279419E618D}">
      <dgm:prSet phldrT="[Text]"/>
      <dgm:spPr/>
      <dgm:t>
        <a:bodyPr/>
        <a:lstStyle/>
        <a:p>
          <a:r>
            <a:rPr lang="en-IN" b="0" i="0" dirty="0">
              <a:solidFill>
                <a:schemeClr val="tx1"/>
              </a:solidFill>
              <a:latin typeface="Calibri"/>
            </a:rPr>
            <a:t>Diesel, Biomass, LPG, PNG, Furnace Oil, Grid Power, RE PPA, Solar, Production</a:t>
          </a:r>
          <a:endParaRPr lang="en-IN" dirty="0">
            <a:solidFill>
              <a:schemeClr val="tx1"/>
            </a:solidFill>
          </a:endParaRPr>
        </a:p>
      </dgm:t>
    </dgm:pt>
    <dgm:pt modelId="{4061C9FC-F756-4C80-98C0-C1FE5FB35AD2}" type="parTrans" cxnId="{DFBC4BD0-E462-44F6-B294-4C96E278E40F}">
      <dgm:prSet/>
      <dgm:spPr/>
      <dgm:t>
        <a:bodyPr/>
        <a:lstStyle/>
        <a:p>
          <a:endParaRPr lang="en-IN"/>
        </a:p>
      </dgm:t>
    </dgm:pt>
    <dgm:pt modelId="{856D350F-03C7-4875-8696-934463466237}" type="sibTrans" cxnId="{DFBC4BD0-E462-44F6-B294-4C96E278E40F}">
      <dgm:prSet/>
      <dgm:spPr/>
      <dgm:t>
        <a:bodyPr/>
        <a:lstStyle/>
        <a:p>
          <a:endParaRPr lang="en-IN"/>
        </a:p>
      </dgm:t>
    </dgm:pt>
    <dgm:pt modelId="{215A0211-F3EA-48AB-9FEA-0E0EA8A23CB7}">
      <dgm:prSet phldrT="[Text]" phldr="0"/>
      <dgm:spPr/>
      <dgm:t>
        <a:bodyPr/>
        <a:lstStyle/>
        <a:p>
          <a:r>
            <a:rPr lang="en-US" dirty="0"/>
            <a:t>Step 2 </a:t>
          </a:r>
          <a:endParaRPr lang="en-IN" dirty="0"/>
        </a:p>
      </dgm:t>
    </dgm:pt>
    <dgm:pt modelId="{F857E7FA-6A69-41A7-BB79-84B735157243}" type="parTrans" cxnId="{08803CD7-D0BD-4650-91B6-2392E6CEFC93}">
      <dgm:prSet/>
      <dgm:spPr/>
      <dgm:t>
        <a:bodyPr/>
        <a:lstStyle/>
        <a:p>
          <a:endParaRPr lang="en-IN"/>
        </a:p>
      </dgm:t>
    </dgm:pt>
    <dgm:pt modelId="{E7C27DF6-84BB-4FD9-BF24-769A6F3EF878}" type="sibTrans" cxnId="{08803CD7-D0BD-4650-91B6-2392E6CEFC93}">
      <dgm:prSet/>
      <dgm:spPr/>
      <dgm:t>
        <a:bodyPr/>
        <a:lstStyle/>
        <a:p>
          <a:endParaRPr lang="en-IN"/>
        </a:p>
      </dgm:t>
    </dgm:pt>
    <dgm:pt modelId="{CAB3270D-DFB7-4F31-94D7-B0392B5690AB}">
      <dgm:prSet phldrT="[Text]" phldr="0"/>
      <dgm:spPr/>
      <dgm:t>
        <a:bodyPr/>
        <a:lstStyle/>
        <a:p>
          <a:r>
            <a:rPr lang="en-US" dirty="0"/>
            <a:t>Backend logic</a:t>
          </a:r>
          <a:endParaRPr lang="en-IN" dirty="0"/>
        </a:p>
      </dgm:t>
    </dgm:pt>
    <dgm:pt modelId="{93BAF92F-26B0-495F-975A-75EAD5905A9B}" type="parTrans" cxnId="{04DA8DB6-25A1-4A3E-9445-AE9D7A59BC48}">
      <dgm:prSet/>
      <dgm:spPr/>
      <dgm:t>
        <a:bodyPr/>
        <a:lstStyle/>
        <a:p>
          <a:endParaRPr lang="en-IN"/>
        </a:p>
      </dgm:t>
    </dgm:pt>
    <dgm:pt modelId="{4C4D4EBE-59C3-470C-8D20-4115E407C34E}" type="sibTrans" cxnId="{04DA8DB6-25A1-4A3E-9445-AE9D7A59BC48}">
      <dgm:prSet/>
      <dgm:spPr/>
      <dgm:t>
        <a:bodyPr/>
        <a:lstStyle/>
        <a:p>
          <a:endParaRPr lang="en-IN"/>
        </a:p>
      </dgm:t>
    </dgm:pt>
    <dgm:pt modelId="{481D2870-CC59-4DB1-9C93-68A7A308E7FD}">
      <dgm:prSet phldrT="[Text]"/>
      <dgm:spPr/>
      <dgm:t>
        <a:bodyPr/>
        <a:lstStyle/>
        <a:p>
          <a:r>
            <a:rPr lang="en-US" b="0" i="0" dirty="0">
              <a:solidFill>
                <a:schemeClr val="tx1"/>
              </a:solidFill>
              <a:latin typeface="Calibri"/>
            </a:rPr>
            <a:t>CO₂ Calculator (Input × Factor) + Energy Converter (to MJ)</a:t>
          </a:r>
          <a:endParaRPr lang="en-IN" dirty="0">
            <a:solidFill>
              <a:schemeClr val="tx1"/>
            </a:solidFill>
          </a:endParaRPr>
        </a:p>
      </dgm:t>
    </dgm:pt>
    <dgm:pt modelId="{5C7F8188-E99D-46A6-99B2-8F6EC35DCE06}" type="parTrans" cxnId="{EFBB5C57-C83D-4574-9728-FEFBA5074501}">
      <dgm:prSet/>
      <dgm:spPr/>
      <dgm:t>
        <a:bodyPr/>
        <a:lstStyle/>
        <a:p>
          <a:endParaRPr lang="en-IN"/>
        </a:p>
      </dgm:t>
    </dgm:pt>
    <dgm:pt modelId="{A5F37D11-DD57-4893-A71B-0BA1859680EF}" type="sibTrans" cxnId="{EFBB5C57-C83D-4574-9728-FEFBA5074501}">
      <dgm:prSet/>
      <dgm:spPr/>
      <dgm:t>
        <a:bodyPr/>
        <a:lstStyle/>
        <a:p>
          <a:endParaRPr lang="en-IN"/>
        </a:p>
      </dgm:t>
    </dgm:pt>
    <dgm:pt modelId="{4432301E-4661-4C4C-9D3D-449BC1F96459}">
      <dgm:prSet phldrT="[Text]" phldr="0"/>
      <dgm:spPr/>
      <dgm:t>
        <a:bodyPr/>
        <a:lstStyle/>
        <a:p>
          <a:r>
            <a:rPr lang="en-US" dirty="0"/>
            <a:t>Step 3</a:t>
          </a:r>
          <a:endParaRPr lang="en-IN" dirty="0"/>
        </a:p>
      </dgm:t>
    </dgm:pt>
    <dgm:pt modelId="{710FD8AB-6BF2-4B5E-A067-565905630188}" type="parTrans" cxnId="{FA627B41-87C0-4849-8640-8C1D0AD1D397}">
      <dgm:prSet/>
      <dgm:spPr/>
      <dgm:t>
        <a:bodyPr/>
        <a:lstStyle/>
        <a:p>
          <a:endParaRPr lang="en-IN"/>
        </a:p>
      </dgm:t>
    </dgm:pt>
    <dgm:pt modelId="{0ED4A3B6-1EB2-4F86-857E-C502EB42605D}" type="sibTrans" cxnId="{FA627B41-87C0-4849-8640-8C1D0AD1D397}">
      <dgm:prSet/>
      <dgm:spPr/>
      <dgm:t>
        <a:bodyPr/>
        <a:lstStyle/>
        <a:p>
          <a:endParaRPr lang="en-IN"/>
        </a:p>
      </dgm:t>
    </dgm:pt>
    <dgm:pt modelId="{7724F678-532B-4904-8EB4-A01A151CC121}">
      <dgm:prSet phldrT="[Text]" phldr="0"/>
      <dgm:spPr/>
      <dgm:t>
        <a:bodyPr/>
        <a:lstStyle/>
        <a:p>
          <a:r>
            <a:rPr lang="en-US" dirty="0"/>
            <a:t>Totals Computed</a:t>
          </a:r>
          <a:endParaRPr lang="en-IN" dirty="0"/>
        </a:p>
      </dgm:t>
    </dgm:pt>
    <dgm:pt modelId="{730BB633-D476-48D8-A723-064D70272974}" type="parTrans" cxnId="{A8042A2E-A6C3-4176-B023-68208410238C}">
      <dgm:prSet/>
      <dgm:spPr/>
      <dgm:t>
        <a:bodyPr/>
        <a:lstStyle/>
        <a:p>
          <a:endParaRPr lang="en-IN"/>
        </a:p>
      </dgm:t>
    </dgm:pt>
    <dgm:pt modelId="{133D3361-B046-4EF2-BFB8-467E890E49B3}" type="sibTrans" cxnId="{A8042A2E-A6C3-4176-B023-68208410238C}">
      <dgm:prSet/>
      <dgm:spPr/>
      <dgm:t>
        <a:bodyPr/>
        <a:lstStyle/>
        <a:p>
          <a:endParaRPr lang="en-IN"/>
        </a:p>
      </dgm:t>
    </dgm:pt>
    <dgm:pt modelId="{57A304AA-D54E-4AF4-A064-69C07EAF8961}">
      <dgm:prSet phldrT="[Text]"/>
      <dgm:spPr/>
      <dgm:t>
        <a:bodyPr/>
        <a:lstStyle/>
        <a:p>
          <a:r>
            <a:rPr lang="en-US" b="0" i="0" dirty="0">
              <a:solidFill>
                <a:schemeClr val="tx1"/>
              </a:solidFill>
              <a:latin typeface="Calibri"/>
            </a:rPr>
            <a:t>Total Emissions (Kg CO₂) and Total Energy (MJ) aggregated</a:t>
          </a:r>
          <a:endParaRPr lang="en-IN" dirty="0">
            <a:solidFill>
              <a:schemeClr val="tx1"/>
            </a:solidFill>
          </a:endParaRPr>
        </a:p>
      </dgm:t>
    </dgm:pt>
    <dgm:pt modelId="{98B60D91-7765-4B96-9A2A-A72EC169EBAF}" type="parTrans" cxnId="{47A69F67-6F5F-4EEF-AC36-07F4AE00ACC0}">
      <dgm:prSet/>
      <dgm:spPr/>
      <dgm:t>
        <a:bodyPr/>
        <a:lstStyle/>
        <a:p>
          <a:endParaRPr lang="en-IN"/>
        </a:p>
      </dgm:t>
    </dgm:pt>
    <dgm:pt modelId="{EB42EB5D-7BF6-43F8-9FFF-BD716982B90B}" type="sibTrans" cxnId="{47A69F67-6F5F-4EEF-AC36-07F4AE00ACC0}">
      <dgm:prSet/>
      <dgm:spPr/>
      <dgm:t>
        <a:bodyPr/>
        <a:lstStyle/>
        <a:p>
          <a:endParaRPr lang="en-IN"/>
        </a:p>
      </dgm:t>
    </dgm:pt>
    <dgm:pt modelId="{4738583D-0377-4F44-8A82-E465200BD4DD}">
      <dgm:prSet/>
      <dgm:spPr/>
      <dgm:t>
        <a:bodyPr/>
        <a:lstStyle/>
        <a:p>
          <a:r>
            <a:rPr lang="en-US" dirty="0"/>
            <a:t>Step 4</a:t>
          </a:r>
        </a:p>
      </dgm:t>
    </dgm:pt>
    <dgm:pt modelId="{4AFC0F28-B1CA-4931-90CF-CCB8DC08A56F}" type="parTrans" cxnId="{37075D7D-98D0-45AE-89FD-06B234A7BD94}">
      <dgm:prSet/>
      <dgm:spPr/>
      <dgm:t>
        <a:bodyPr/>
        <a:lstStyle/>
        <a:p>
          <a:endParaRPr lang="en-IN"/>
        </a:p>
      </dgm:t>
    </dgm:pt>
    <dgm:pt modelId="{8DC11805-2DF3-4EA3-B0D5-D4E3BADCB242}" type="sibTrans" cxnId="{37075D7D-98D0-45AE-89FD-06B234A7BD94}">
      <dgm:prSet/>
      <dgm:spPr/>
      <dgm:t>
        <a:bodyPr/>
        <a:lstStyle/>
        <a:p>
          <a:endParaRPr lang="en-IN"/>
        </a:p>
      </dgm:t>
    </dgm:pt>
    <dgm:pt modelId="{55FFD09B-E301-4D2E-9D95-9B6A819D6B3B}">
      <dgm:prSet/>
      <dgm:spPr/>
      <dgm:t>
        <a:bodyPr/>
        <a:lstStyle/>
        <a:p>
          <a:r>
            <a:rPr lang="en-US"/>
            <a:t>Final KPIs</a:t>
          </a:r>
          <a:endParaRPr lang="en-US" dirty="0"/>
        </a:p>
      </dgm:t>
    </dgm:pt>
    <dgm:pt modelId="{8423CC1B-5010-4922-83E4-F36C1F54F735}" type="parTrans" cxnId="{410C367E-4A52-41A9-B062-581D925E2087}">
      <dgm:prSet/>
      <dgm:spPr/>
      <dgm:t>
        <a:bodyPr/>
        <a:lstStyle/>
        <a:p>
          <a:endParaRPr lang="en-IN"/>
        </a:p>
      </dgm:t>
    </dgm:pt>
    <dgm:pt modelId="{3681C023-CE9B-4B38-A1D5-6A13232510B3}" type="sibTrans" cxnId="{410C367E-4A52-41A9-B062-581D925E2087}">
      <dgm:prSet/>
      <dgm:spPr/>
      <dgm:t>
        <a:bodyPr/>
        <a:lstStyle/>
        <a:p>
          <a:endParaRPr lang="en-IN"/>
        </a:p>
      </dgm:t>
    </dgm:pt>
    <dgm:pt modelId="{66DA7D63-D001-423A-86D6-24C26F6F0BC9}">
      <dgm:prSet/>
      <dgm:spPr/>
      <dgm:t>
        <a:bodyPr/>
        <a:lstStyle/>
        <a:p>
          <a:r>
            <a:rPr lang="en-US" b="0" i="0" dirty="0">
              <a:solidFill>
                <a:schemeClr val="tx1"/>
              </a:solidFill>
              <a:latin typeface="Calibri"/>
            </a:rPr>
            <a:t>Carbon Intensity, RE %, and Energy Ratio (EUR) computed for dashboard</a:t>
          </a:r>
          <a:endParaRPr lang="en-US" dirty="0">
            <a:solidFill>
              <a:schemeClr val="tx1"/>
            </a:solidFill>
          </a:endParaRPr>
        </a:p>
      </dgm:t>
    </dgm:pt>
    <dgm:pt modelId="{F633CE94-695F-4CD8-8193-0DC03317C618}" type="parTrans" cxnId="{5C4E9C94-FC2A-4508-B8A8-05646965811F}">
      <dgm:prSet/>
      <dgm:spPr/>
      <dgm:t>
        <a:bodyPr/>
        <a:lstStyle/>
        <a:p>
          <a:endParaRPr lang="en-IN"/>
        </a:p>
      </dgm:t>
    </dgm:pt>
    <dgm:pt modelId="{34F2F834-6DDA-4968-9915-B63F3BD82629}" type="sibTrans" cxnId="{5C4E9C94-FC2A-4508-B8A8-05646965811F}">
      <dgm:prSet/>
      <dgm:spPr/>
      <dgm:t>
        <a:bodyPr/>
        <a:lstStyle/>
        <a:p>
          <a:endParaRPr lang="en-IN"/>
        </a:p>
      </dgm:t>
    </dgm:pt>
    <dgm:pt modelId="{EB76A996-6C09-4F31-BAAC-9ADECE175258}" type="pres">
      <dgm:prSet presAssocID="{4315B4B8-6A9E-44BA-8D9C-659A6B44B8F0}" presName="Name0" presStyleCnt="0">
        <dgm:presLayoutVars>
          <dgm:dir/>
          <dgm:animLvl val="lvl"/>
          <dgm:resizeHandles val="exact"/>
        </dgm:presLayoutVars>
      </dgm:prSet>
      <dgm:spPr/>
    </dgm:pt>
    <dgm:pt modelId="{53F6E3B0-34E5-41EF-8327-C330079E363A}" type="pres">
      <dgm:prSet presAssocID="{4738583D-0377-4F44-8A82-E465200BD4DD}" presName="boxAndChildren" presStyleCnt="0"/>
      <dgm:spPr/>
    </dgm:pt>
    <dgm:pt modelId="{5E02A70F-0CF9-431A-8A3E-B9E3FEC886E6}" type="pres">
      <dgm:prSet presAssocID="{4738583D-0377-4F44-8A82-E465200BD4DD}" presName="parentTextBox" presStyleLbl="node1" presStyleIdx="0" presStyleCnt="4"/>
      <dgm:spPr/>
    </dgm:pt>
    <dgm:pt modelId="{76E06C8A-304A-4321-9F18-7BF3C7380A91}" type="pres">
      <dgm:prSet presAssocID="{4738583D-0377-4F44-8A82-E465200BD4DD}" presName="entireBox" presStyleLbl="node1" presStyleIdx="0" presStyleCnt="4"/>
      <dgm:spPr/>
    </dgm:pt>
    <dgm:pt modelId="{1B7C339D-3A93-4E0C-88C9-0C1CCB661644}" type="pres">
      <dgm:prSet presAssocID="{4738583D-0377-4F44-8A82-E465200BD4DD}" presName="descendantBox" presStyleCnt="0"/>
      <dgm:spPr/>
    </dgm:pt>
    <dgm:pt modelId="{A12CA76C-7781-4E58-A13D-D03D7849CBDB}" type="pres">
      <dgm:prSet presAssocID="{55FFD09B-E301-4D2E-9D95-9B6A819D6B3B}" presName="childTextBox" presStyleLbl="fgAccFollowNode1" presStyleIdx="0" presStyleCnt="8">
        <dgm:presLayoutVars>
          <dgm:bulletEnabled val="1"/>
        </dgm:presLayoutVars>
      </dgm:prSet>
      <dgm:spPr/>
    </dgm:pt>
    <dgm:pt modelId="{659CD6AF-AB9D-4BB3-B95F-D9A6F01DC1E4}" type="pres">
      <dgm:prSet presAssocID="{66DA7D63-D001-423A-86D6-24C26F6F0BC9}" presName="childTextBox" presStyleLbl="fgAccFollowNode1" presStyleIdx="1" presStyleCnt="8">
        <dgm:presLayoutVars>
          <dgm:bulletEnabled val="1"/>
        </dgm:presLayoutVars>
      </dgm:prSet>
      <dgm:spPr/>
    </dgm:pt>
    <dgm:pt modelId="{9ED4B411-9FE3-499A-9D19-C9847A408443}" type="pres">
      <dgm:prSet presAssocID="{0ED4A3B6-1EB2-4F86-857E-C502EB42605D}" presName="sp" presStyleCnt="0"/>
      <dgm:spPr/>
    </dgm:pt>
    <dgm:pt modelId="{52B946EA-C319-4462-8788-2DAD72D69ADF}" type="pres">
      <dgm:prSet presAssocID="{4432301E-4661-4C4C-9D3D-449BC1F96459}" presName="arrowAndChildren" presStyleCnt="0"/>
      <dgm:spPr/>
    </dgm:pt>
    <dgm:pt modelId="{E100BA91-01B5-4707-A81D-8A71B16E293E}" type="pres">
      <dgm:prSet presAssocID="{4432301E-4661-4C4C-9D3D-449BC1F96459}" presName="parentTextArrow" presStyleLbl="node1" presStyleIdx="0" presStyleCnt="4"/>
      <dgm:spPr/>
    </dgm:pt>
    <dgm:pt modelId="{ABBC9041-E4C1-4E08-8D2F-18D16C9054B5}" type="pres">
      <dgm:prSet presAssocID="{4432301E-4661-4C4C-9D3D-449BC1F96459}" presName="arrow" presStyleLbl="node1" presStyleIdx="1" presStyleCnt="4"/>
      <dgm:spPr/>
    </dgm:pt>
    <dgm:pt modelId="{A0C208D0-C408-457A-8849-D96C9FEEE196}" type="pres">
      <dgm:prSet presAssocID="{4432301E-4661-4C4C-9D3D-449BC1F96459}" presName="descendantArrow" presStyleCnt="0"/>
      <dgm:spPr/>
    </dgm:pt>
    <dgm:pt modelId="{21D2BED0-41A3-41C6-82E3-DE1214A9FC39}" type="pres">
      <dgm:prSet presAssocID="{7724F678-532B-4904-8EB4-A01A151CC121}" presName="childTextArrow" presStyleLbl="fgAccFollowNode1" presStyleIdx="2" presStyleCnt="8">
        <dgm:presLayoutVars>
          <dgm:bulletEnabled val="1"/>
        </dgm:presLayoutVars>
      </dgm:prSet>
      <dgm:spPr/>
    </dgm:pt>
    <dgm:pt modelId="{F395B797-AD7B-4419-B050-9D487F11C0DB}" type="pres">
      <dgm:prSet presAssocID="{57A304AA-D54E-4AF4-A064-69C07EAF8961}" presName="childTextArrow" presStyleLbl="fgAccFollowNode1" presStyleIdx="3" presStyleCnt="8">
        <dgm:presLayoutVars>
          <dgm:bulletEnabled val="1"/>
        </dgm:presLayoutVars>
      </dgm:prSet>
      <dgm:spPr/>
    </dgm:pt>
    <dgm:pt modelId="{7F2A53FB-6F33-4635-B949-383F5A9F076C}" type="pres">
      <dgm:prSet presAssocID="{E7C27DF6-84BB-4FD9-BF24-769A6F3EF878}" presName="sp" presStyleCnt="0"/>
      <dgm:spPr/>
    </dgm:pt>
    <dgm:pt modelId="{02D67E1C-80CD-4026-8577-EB54F8F984BD}" type="pres">
      <dgm:prSet presAssocID="{215A0211-F3EA-48AB-9FEA-0E0EA8A23CB7}" presName="arrowAndChildren" presStyleCnt="0"/>
      <dgm:spPr/>
    </dgm:pt>
    <dgm:pt modelId="{4E85E876-BCA6-4290-8F57-C7599377E210}" type="pres">
      <dgm:prSet presAssocID="{215A0211-F3EA-48AB-9FEA-0E0EA8A23CB7}" presName="parentTextArrow" presStyleLbl="node1" presStyleIdx="1" presStyleCnt="4"/>
      <dgm:spPr/>
    </dgm:pt>
    <dgm:pt modelId="{63F392A4-D1E2-4BB7-ACDF-325D571A78B1}" type="pres">
      <dgm:prSet presAssocID="{215A0211-F3EA-48AB-9FEA-0E0EA8A23CB7}" presName="arrow" presStyleLbl="node1" presStyleIdx="2" presStyleCnt="4"/>
      <dgm:spPr/>
    </dgm:pt>
    <dgm:pt modelId="{1074A05A-4179-4B71-AB7C-515CFC666408}" type="pres">
      <dgm:prSet presAssocID="{215A0211-F3EA-48AB-9FEA-0E0EA8A23CB7}" presName="descendantArrow" presStyleCnt="0"/>
      <dgm:spPr/>
    </dgm:pt>
    <dgm:pt modelId="{57E28616-6C80-4A55-B047-2F5BF1F160CD}" type="pres">
      <dgm:prSet presAssocID="{CAB3270D-DFB7-4F31-94D7-B0392B5690AB}" presName="childTextArrow" presStyleLbl="fgAccFollowNode1" presStyleIdx="4" presStyleCnt="8">
        <dgm:presLayoutVars>
          <dgm:bulletEnabled val="1"/>
        </dgm:presLayoutVars>
      </dgm:prSet>
      <dgm:spPr/>
    </dgm:pt>
    <dgm:pt modelId="{F66E1941-B505-46C4-A807-AA9BE012BD45}" type="pres">
      <dgm:prSet presAssocID="{481D2870-CC59-4DB1-9C93-68A7A308E7FD}" presName="childTextArrow" presStyleLbl="fgAccFollowNode1" presStyleIdx="5" presStyleCnt="8">
        <dgm:presLayoutVars>
          <dgm:bulletEnabled val="1"/>
        </dgm:presLayoutVars>
      </dgm:prSet>
      <dgm:spPr/>
    </dgm:pt>
    <dgm:pt modelId="{74B34314-EB4E-4A62-801C-B91860E55425}" type="pres">
      <dgm:prSet presAssocID="{24FBF538-E75A-432E-95B2-10C9B1E4B031}" presName="sp" presStyleCnt="0"/>
      <dgm:spPr/>
    </dgm:pt>
    <dgm:pt modelId="{FC8B8024-6066-43E6-86DA-9DCDEAC53B19}" type="pres">
      <dgm:prSet presAssocID="{F845CDE6-A308-47D8-B4D3-492050CC6AE3}" presName="arrowAndChildren" presStyleCnt="0"/>
      <dgm:spPr/>
    </dgm:pt>
    <dgm:pt modelId="{917EEF40-8466-4927-8332-E644CFCEB63C}" type="pres">
      <dgm:prSet presAssocID="{F845CDE6-A308-47D8-B4D3-492050CC6AE3}" presName="parentTextArrow" presStyleLbl="node1" presStyleIdx="2" presStyleCnt="4"/>
      <dgm:spPr/>
    </dgm:pt>
    <dgm:pt modelId="{B70577AD-3770-4275-8711-69EF171411A1}" type="pres">
      <dgm:prSet presAssocID="{F845CDE6-A308-47D8-B4D3-492050CC6AE3}" presName="arrow" presStyleLbl="node1" presStyleIdx="3" presStyleCnt="4"/>
      <dgm:spPr/>
    </dgm:pt>
    <dgm:pt modelId="{EFA23124-C833-4E4E-8577-6F7EF9C4EB71}" type="pres">
      <dgm:prSet presAssocID="{F845CDE6-A308-47D8-B4D3-492050CC6AE3}" presName="descendantArrow" presStyleCnt="0"/>
      <dgm:spPr/>
    </dgm:pt>
    <dgm:pt modelId="{B0269F4B-759E-4199-A821-C3C626B35C26}" type="pres">
      <dgm:prSet presAssocID="{0B0A63F5-37C9-4B68-9135-09A51D09B237}" presName="childTextArrow" presStyleLbl="fgAccFollowNode1" presStyleIdx="6" presStyleCnt="8">
        <dgm:presLayoutVars>
          <dgm:bulletEnabled val="1"/>
        </dgm:presLayoutVars>
      </dgm:prSet>
      <dgm:spPr/>
    </dgm:pt>
    <dgm:pt modelId="{81C48C6E-7854-4219-ADFE-F9F0DFD089F3}" type="pres">
      <dgm:prSet presAssocID="{64D23663-B6A0-4AA7-BAD4-E279419E618D}" presName="childTextArrow" presStyleLbl="fgAccFollowNode1" presStyleIdx="7" presStyleCnt="8">
        <dgm:presLayoutVars>
          <dgm:bulletEnabled val="1"/>
        </dgm:presLayoutVars>
      </dgm:prSet>
      <dgm:spPr/>
    </dgm:pt>
  </dgm:ptLst>
  <dgm:cxnLst>
    <dgm:cxn modelId="{49D8A912-C4A4-40FC-A785-FB9CE5130948}" type="presOf" srcId="{0B0A63F5-37C9-4B68-9135-09A51D09B237}" destId="{B0269F4B-759E-4199-A821-C3C626B35C26}" srcOrd="0" destOrd="0" presId="urn:microsoft.com/office/officeart/2005/8/layout/process4"/>
    <dgm:cxn modelId="{62336D13-5E95-4285-B680-0620E1F5A339}" type="presOf" srcId="{7724F678-532B-4904-8EB4-A01A151CC121}" destId="{21D2BED0-41A3-41C6-82E3-DE1214A9FC39}" srcOrd="0" destOrd="0" presId="urn:microsoft.com/office/officeart/2005/8/layout/process4"/>
    <dgm:cxn modelId="{30A9701D-7EFE-4173-A1AD-49AE2BF8B250}" type="presOf" srcId="{CAB3270D-DFB7-4F31-94D7-B0392B5690AB}" destId="{57E28616-6C80-4A55-B047-2F5BF1F160CD}" srcOrd="0" destOrd="0" presId="urn:microsoft.com/office/officeart/2005/8/layout/process4"/>
    <dgm:cxn modelId="{2BD75823-3DA3-4299-A311-4CD5C260DDBF}" type="presOf" srcId="{215A0211-F3EA-48AB-9FEA-0E0EA8A23CB7}" destId="{63F392A4-D1E2-4BB7-ACDF-325D571A78B1}" srcOrd="1" destOrd="0" presId="urn:microsoft.com/office/officeart/2005/8/layout/process4"/>
    <dgm:cxn modelId="{4E9D6F29-413E-4E61-A38B-68853306DC05}" type="presOf" srcId="{4315B4B8-6A9E-44BA-8D9C-659A6B44B8F0}" destId="{EB76A996-6C09-4F31-BAAC-9ADECE175258}" srcOrd="0" destOrd="0" presId="urn:microsoft.com/office/officeart/2005/8/layout/process4"/>
    <dgm:cxn modelId="{B7E4422C-79AD-4D13-95EA-257D5BDAE750}" type="presOf" srcId="{66DA7D63-D001-423A-86D6-24C26F6F0BC9}" destId="{659CD6AF-AB9D-4BB3-B95F-D9A6F01DC1E4}" srcOrd="0" destOrd="0" presId="urn:microsoft.com/office/officeart/2005/8/layout/process4"/>
    <dgm:cxn modelId="{A8042A2E-A6C3-4176-B023-68208410238C}" srcId="{4432301E-4661-4C4C-9D3D-449BC1F96459}" destId="{7724F678-532B-4904-8EB4-A01A151CC121}" srcOrd="0" destOrd="0" parTransId="{730BB633-D476-48D8-A723-064D70272974}" sibTransId="{133D3361-B046-4EF2-BFB8-467E890E49B3}"/>
    <dgm:cxn modelId="{4B8A1932-B1C6-4C0C-8B03-5AA6539D03D0}" srcId="{F845CDE6-A308-47D8-B4D3-492050CC6AE3}" destId="{0B0A63F5-37C9-4B68-9135-09A51D09B237}" srcOrd="0" destOrd="0" parTransId="{0A404D29-7EDE-4B9F-BCC0-0E6DE4565A38}" sibTransId="{A18A9384-0EAB-45F2-994F-1A8D60AA5BC9}"/>
    <dgm:cxn modelId="{873D4139-92F6-4C9A-9A1A-0B443E42E1F0}" type="presOf" srcId="{4432301E-4661-4C4C-9D3D-449BC1F96459}" destId="{E100BA91-01B5-4707-A81D-8A71B16E293E}" srcOrd="0" destOrd="0" presId="urn:microsoft.com/office/officeart/2005/8/layout/process4"/>
    <dgm:cxn modelId="{C99E475E-1E0F-466E-89FE-F359A1B7191F}" type="presOf" srcId="{4432301E-4661-4C4C-9D3D-449BC1F96459}" destId="{ABBC9041-E4C1-4E08-8D2F-18D16C9054B5}" srcOrd="1" destOrd="0" presId="urn:microsoft.com/office/officeart/2005/8/layout/process4"/>
    <dgm:cxn modelId="{FA627B41-87C0-4849-8640-8C1D0AD1D397}" srcId="{4315B4B8-6A9E-44BA-8D9C-659A6B44B8F0}" destId="{4432301E-4661-4C4C-9D3D-449BC1F96459}" srcOrd="2" destOrd="0" parTransId="{710FD8AB-6BF2-4B5E-A067-565905630188}" sibTransId="{0ED4A3B6-1EB2-4F86-857E-C502EB42605D}"/>
    <dgm:cxn modelId="{BC633945-D6B3-43A1-988E-361EFA902D72}" type="presOf" srcId="{4738583D-0377-4F44-8A82-E465200BD4DD}" destId="{76E06C8A-304A-4321-9F18-7BF3C7380A91}" srcOrd="1" destOrd="0" presId="urn:microsoft.com/office/officeart/2005/8/layout/process4"/>
    <dgm:cxn modelId="{12361F67-BC63-4051-A480-4D3DA572D589}" type="presOf" srcId="{4738583D-0377-4F44-8A82-E465200BD4DD}" destId="{5E02A70F-0CF9-431A-8A3E-B9E3FEC886E6}" srcOrd="0" destOrd="0" presId="urn:microsoft.com/office/officeart/2005/8/layout/process4"/>
    <dgm:cxn modelId="{47A69F67-6F5F-4EEF-AC36-07F4AE00ACC0}" srcId="{4432301E-4661-4C4C-9D3D-449BC1F96459}" destId="{57A304AA-D54E-4AF4-A064-69C07EAF8961}" srcOrd="1" destOrd="0" parTransId="{98B60D91-7765-4B96-9A2A-A72EC169EBAF}" sibTransId="{EB42EB5D-7BF6-43F8-9FFF-BD716982B90B}"/>
    <dgm:cxn modelId="{C4BCAB49-9210-450E-A7A3-B4CE44A44EAC}" type="presOf" srcId="{F845CDE6-A308-47D8-B4D3-492050CC6AE3}" destId="{917EEF40-8466-4927-8332-E644CFCEB63C}" srcOrd="0" destOrd="0" presId="urn:microsoft.com/office/officeart/2005/8/layout/process4"/>
    <dgm:cxn modelId="{245BFA72-AFB1-4054-AAE9-2EBFF8C4A060}" type="presOf" srcId="{481D2870-CC59-4DB1-9C93-68A7A308E7FD}" destId="{F66E1941-B505-46C4-A807-AA9BE012BD45}" srcOrd="0" destOrd="0" presId="urn:microsoft.com/office/officeart/2005/8/layout/process4"/>
    <dgm:cxn modelId="{95EC9D54-C608-4610-A7D5-7D23416430F3}" type="presOf" srcId="{55FFD09B-E301-4D2E-9D95-9B6A819D6B3B}" destId="{A12CA76C-7781-4E58-A13D-D03D7849CBDB}" srcOrd="0" destOrd="0" presId="urn:microsoft.com/office/officeart/2005/8/layout/process4"/>
    <dgm:cxn modelId="{EFBB5C57-C83D-4574-9728-FEFBA5074501}" srcId="{215A0211-F3EA-48AB-9FEA-0E0EA8A23CB7}" destId="{481D2870-CC59-4DB1-9C93-68A7A308E7FD}" srcOrd="1" destOrd="0" parTransId="{5C7F8188-E99D-46A6-99B2-8F6EC35DCE06}" sibTransId="{A5F37D11-DD57-4893-A71B-0BA1859680EF}"/>
    <dgm:cxn modelId="{F0617A59-4970-45A2-9DD0-F01A82B6E072}" type="presOf" srcId="{64D23663-B6A0-4AA7-BAD4-E279419E618D}" destId="{81C48C6E-7854-4219-ADFE-F9F0DFD089F3}" srcOrd="0" destOrd="0" presId="urn:microsoft.com/office/officeart/2005/8/layout/process4"/>
    <dgm:cxn modelId="{37075D7D-98D0-45AE-89FD-06B234A7BD94}" srcId="{4315B4B8-6A9E-44BA-8D9C-659A6B44B8F0}" destId="{4738583D-0377-4F44-8A82-E465200BD4DD}" srcOrd="3" destOrd="0" parTransId="{4AFC0F28-B1CA-4931-90CF-CCB8DC08A56F}" sibTransId="{8DC11805-2DF3-4EA3-B0D5-D4E3BADCB242}"/>
    <dgm:cxn modelId="{410C367E-4A52-41A9-B062-581D925E2087}" srcId="{4738583D-0377-4F44-8A82-E465200BD4DD}" destId="{55FFD09B-E301-4D2E-9D95-9B6A819D6B3B}" srcOrd="0" destOrd="0" parTransId="{8423CC1B-5010-4922-83E4-F36C1F54F735}" sibTransId="{3681C023-CE9B-4B38-A1D5-6A13232510B3}"/>
    <dgm:cxn modelId="{5C4E9C94-FC2A-4508-B8A8-05646965811F}" srcId="{4738583D-0377-4F44-8A82-E465200BD4DD}" destId="{66DA7D63-D001-423A-86D6-24C26F6F0BC9}" srcOrd="1" destOrd="0" parTransId="{F633CE94-695F-4CD8-8193-0DC03317C618}" sibTransId="{34F2F834-6DDA-4968-9915-B63F3BD82629}"/>
    <dgm:cxn modelId="{CFEC5395-0DE0-4FB4-85E1-EAC4EF0B516C}" type="presOf" srcId="{57A304AA-D54E-4AF4-A064-69C07EAF8961}" destId="{F395B797-AD7B-4419-B050-9D487F11C0DB}" srcOrd="0" destOrd="0" presId="urn:microsoft.com/office/officeart/2005/8/layout/process4"/>
    <dgm:cxn modelId="{80A98AA6-37E5-4B68-AC38-27AE5CDDD01B}" type="presOf" srcId="{215A0211-F3EA-48AB-9FEA-0E0EA8A23CB7}" destId="{4E85E876-BCA6-4290-8F57-C7599377E210}" srcOrd="0" destOrd="0" presId="urn:microsoft.com/office/officeart/2005/8/layout/process4"/>
    <dgm:cxn modelId="{D6B7EBAF-DC0F-4C20-A93F-E1F9F596426D}" srcId="{4315B4B8-6A9E-44BA-8D9C-659A6B44B8F0}" destId="{F845CDE6-A308-47D8-B4D3-492050CC6AE3}" srcOrd="0" destOrd="0" parTransId="{6DCB2BA0-AE92-491E-991A-59D58B38735C}" sibTransId="{24FBF538-E75A-432E-95B2-10C9B1E4B031}"/>
    <dgm:cxn modelId="{04DA8DB6-25A1-4A3E-9445-AE9D7A59BC48}" srcId="{215A0211-F3EA-48AB-9FEA-0E0EA8A23CB7}" destId="{CAB3270D-DFB7-4F31-94D7-B0392B5690AB}" srcOrd="0" destOrd="0" parTransId="{93BAF92F-26B0-495F-975A-75EAD5905A9B}" sibTransId="{4C4D4EBE-59C3-470C-8D20-4115E407C34E}"/>
    <dgm:cxn modelId="{C152EFCC-F9AB-4FAA-9D5D-7BC0E6CA55D7}" type="presOf" srcId="{F845CDE6-A308-47D8-B4D3-492050CC6AE3}" destId="{B70577AD-3770-4275-8711-69EF171411A1}" srcOrd="1" destOrd="0" presId="urn:microsoft.com/office/officeart/2005/8/layout/process4"/>
    <dgm:cxn modelId="{DFBC4BD0-E462-44F6-B294-4C96E278E40F}" srcId="{F845CDE6-A308-47D8-B4D3-492050CC6AE3}" destId="{64D23663-B6A0-4AA7-BAD4-E279419E618D}" srcOrd="1" destOrd="0" parTransId="{4061C9FC-F756-4C80-98C0-C1FE5FB35AD2}" sibTransId="{856D350F-03C7-4875-8696-934463466237}"/>
    <dgm:cxn modelId="{08803CD7-D0BD-4650-91B6-2392E6CEFC93}" srcId="{4315B4B8-6A9E-44BA-8D9C-659A6B44B8F0}" destId="{215A0211-F3EA-48AB-9FEA-0E0EA8A23CB7}" srcOrd="1" destOrd="0" parTransId="{F857E7FA-6A69-41A7-BB79-84B735157243}" sibTransId="{E7C27DF6-84BB-4FD9-BF24-769A6F3EF878}"/>
    <dgm:cxn modelId="{F5DE0B73-3FE5-4B86-AF8B-1CFF2FCADB54}" type="presParOf" srcId="{EB76A996-6C09-4F31-BAAC-9ADECE175258}" destId="{53F6E3B0-34E5-41EF-8327-C330079E363A}" srcOrd="0" destOrd="0" presId="urn:microsoft.com/office/officeart/2005/8/layout/process4"/>
    <dgm:cxn modelId="{7089C38E-E787-41BA-9825-F25814EBF864}" type="presParOf" srcId="{53F6E3B0-34E5-41EF-8327-C330079E363A}" destId="{5E02A70F-0CF9-431A-8A3E-B9E3FEC886E6}" srcOrd="0" destOrd="0" presId="urn:microsoft.com/office/officeart/2005/8/layout/process4"/>
    <dgm:cxn modelId="{2A2626B5-52FD-44F7-B469-8E030F96EA0F}" type="presParOf" srcId="{53F6E3B0-34E5-41EF-8327-C330079E363A}" destId="{76E06C8A-304A-4321-9F18-7BF3C7380A91}" srcOrd="1" destOrd="0" presId="urn:microsoft.com/office/officeart/2005/8/layout/process4"/>
    <dgm:cxn modelId="{BDB76BFD-4069-44CA-8D65-82DAADFC27B5}" type="presParOf" srcId="{53F6E3B0-34E5-41EF-8327-C330079E363A}" destId="{1B7C339D-3A93-4E0C-88C9-0C1CCB661644}" srcOrd="2" destOrd="0" presId="urn:microsoft.com/office/officeart/2005/8/layout/process4"/>
    <dgm:cxn modelId="{6146B4C4-EEC2-45DF-B90B-CC22A8CA920C}" type="presParOf" srcId="{1B7C339D-3A93-4E0C-88C9-0C1CCB661644}" destId="{A12CA76C-7781-4E58-A13D-D03D7849CBDB}" srcOrd="0" destOrd="0" presId="urn:microsoft.com/office/officeart/2005/8/layout/process4"/>
    <dgm:cxn modelId="{E7DA0E9F-F254-4363-A4F2-56C827018567}" type="presParOf" srcId="{1B7C339D-3A93-4E0C-88C9-0C1CCB661644}" destId="{659CD6AF-AB9D-4BB3-B95F-D9A6F01DC1E4}" srcOrd="1" destOrd="0" presId="urn:microsoft.com/office/officeart/2005/8/layout/process4"/>
    <dgm:cxn modelId="{49B33923-C77C-4A6B-9B42-93EF10859C44}" type="presParOf" srcId="{EB76A996-6C09-4F31-BAAC-9ADECE175258}" destId="{9ED4B411-9FE3-499A-9D19-C9847A408443}" srcOrd="1" destOrd="0" presId="urn:microsoft.com/office/officeart/2005/8/layout/process4"/>
    <dgm:cxn modelId="{81ACFCF3-E504-4B70-861C-1DC2112D9E7C}" type="presParOf" srcId="{EB76A996-6C09-4F31-BAAC-9ADECE175258}" destId="{52B946EA-C319-4462-8788-2DAD72D69ADF}" srcOrd="2" destOrd="0" presId="urn:microsoft.com/office/officeart/2005/8/layout/process4"/>
    <dgm:cxn modelId="{DFAE47C5-9637-44D3-BFD7-4154DFA3D0E1}" type="presParOf" srcId="{52B946EA-C319-4462-8788-2DAD72D69ADF}" destId="{E100BA91-01B5-4707-A81D-8A71B16E293E}" srcOrd="0" destOrd="0" presId="urn:microsoft.com/office/officeart/2005/8/layout/process4"/>
    <dgm:cxn modelId="{2B650627-088F-430A-8FFC-30CA73C16A36}" type="presParOf" srcId="{52B946EA-C319-4462-8788-2DAD72D69ADF}" destId="{ABBC9041-E4C1-4E08-8D2F-18D16C9054B5}" srcOrd="1" destOrd="0" presId="urn:microsoft.com/office/officeart/2005/8/layout/process4"/>
    <dgm:cxn modelId="{6A049B22-553B-422B-B20F-5B692ED29A71}" type="presParOf" srcId="{52B946EA-C319-4462-8788-2DAD72D69ADF}" destId="{A0C208D0-C408-457A-8849-D96C9FEEE196}" srcOrd="2" destOrd="0" presId="urn:microsoft.com/office/officeart/2005/8/layout/process4"/>
    <dgm:cxn modelId="{833D3A65-F1BF-4D07-971F-96984A80AC24}" type="presParOf" srcId="{A0C208D0-C408-457A-8849-D96C9FEEE196}" destId="{21D2BED0-41A3-41C6-82E3-DE1214A9FC39}" srcOrd="0" destOrd="0" presId="urn:microsoft.com/office/officeart/2005/8/layout/process4"/>
    <dgm:cxn modelId="{5B286484-BC9C-4124-AA18-7C6E3D3FA33F}" type="presParOf" srcId="{A0C208D0-C408-457A-8849-D96C9FEEE196}" destId="{F395B797-AD7B-4419-B050-9D487F11C0DB}" srcOrd="1" destOrd="0" presId="urn:microsoft.com/office/officeart/2005/8/layout/process4"/>
    <dgm:cxn modelId="{BCF87650-C8FC-4C4A-B57F-F61D81B3A7FB}" type="presParOf" srcId="{EB76A996-6C09-4F31-BAAC-9ADECE175258}" destId="{7F2A53FB-6F33-4635-B949-383F5A9F076C}" srcOrd="3" destOrd="0" presId="urn:microsoft.com/office/officeart/2005/8/layout/process4"/>
    <dgm:cxn modelId="{BE054822-7B27-475F-BB71-0A933DD14BAA}" type="presParOf" srcId="{EB76A996-6C09-4F31-BAAC-9ADECE175258}" destId="{02D67E1C-80CD-4026-8577-EB54F8F984BD}" srcOrd="4" destOrd="0" presId="urn:microsoft.com/office/officeart/2005/8/layout/process4"/>
    <dgm:cxn modelId="{F153F1A0-098A-48AC-A5FD-973CC03D3BEB}" type="presParOf" srcId="{02D67E1C-80CD-4026-8577-EB54F8F984BD}" destId="{4E85E876-BCA6-4290-8F57-C7599377E210}" srcOrd="0" destOrd="0" presId="urn:microsoft.com/office/officeart/2005/8/layout/process4"/>
    <dgm:cxn modelId="{849045FA-E240-4F34-B1E5-F2D91882EF57}" type="presParOf" srcId="{02D67E1C-80CD-4026-8577-EB54F8F984BD}" destId="{63F392A4-D1E2-4BB7-ACDF-325D571A78B1}" srcOrd="1" destOrd="0" presId="urn:microsoft.com/office/officeart/2005/8/layout/process4"/>
    <dgm:cxn modelId="{A54321B0-1346-4A9A-97B7-CA6834FC0B6B}" type="presParOf" srcId="{02D67E1C-80CD-4026-8577-EB54F8F984BD}" destId="{1074A05A-4179-4B71-AB7C-515CFC666408}" srcOrd="2" destOrd="0" presId="urn:microsoft.com/office/officeart/2005/8/layout/process4"/>
    <dgm:cxn modelId="{ECA2BA54-F58A-4E2C-93CE-2F4E68FC0998}" type="presParOf" srcId="{1074A05A-4179-4B71-AB7C-515CFC666408}" destId="{57E28616-6C80-4A55-B047-2F5BF1F160CD}" srcOrd="0" destOrd="0" presId="urn:microsoft.com/office/officeart/2005/8/layout/process4"/>
    <dgm:cxn modelId="{3CE6209C-E52A-47BA-9AAD-FC9088D33FAB}" type="presParOf" srcId="{1074A05A-4179-4B71-AB7C-515CFC666408}" destId="{F66E1941-B505-46C4-A807-AA9BE012BD45}" srcOrd="1" destOrd="0" presId="urn:microsoft.com/office/officeart/2005/8/layout/process4"/>
    <dgm:cxn modelId="{C33CA9AD-A2EA-4ACB-BD54-ED32D5CCFFBB}" type="presParOf" srcId="{EB76A996-6C09-4F31-BAAC-9ADECE175258}" destId="{74B34314-EB4E-4A62-801C-B91860E55425}" srcOrd="5" destOrd="0" presId="urn:microsoft.com/office/officeart/2005/8/layout/process4"/>
    <dgm:cxn modelId="{539DB441-BC20-482E-BDFA-7D1F14A3B769}" type="presParOf" srcId="{EB76A996-6C09-4F31-BAAC-9ADECE175258}" destId="{FC8B8024-6066-43E6-86DA-9DCDEAC53B19}" srcOrd="6" destOrd="0" presId="urn:microsoft.com/office/officeart/2005/8/layout/process4"/>
    <dgm:cxn modelId="{99E28E5F-C5AC-40E7-B89F-9AB5D16EB0D0}" type="presParOf" srcId="{FC8B8024-6066-43E6-86DA-9DCDEAC53B19}" destId="{917EEF40-8466-4927-8332-E644CFCEB63C}" srcOrd="0" destOrd="0" presId="urn:microsoft.com/office/officeart/2005/8/layout/process4"/>
    <dgm:cxn modelId="{A01F9E21-805E-41FD-A832-1901EB62D7B0}" type="presParOf" srcId="{FC8B8024-6066-43E6-86DA-9DCDEAC53B19}" destId="{B70577AD-3770-4275-8711-69EF171411A1}" srcOrd="1" destOrd="0" presId="urn:microsoft.com/office/officeart/2005/8/layout/process4"/>
    <dgm:cxn modelId="{605C42F3-6471-496A-BFF8-3EDCF30F3B0A}" type="presParOf" srcId="{FC8B8024-6066-43E6-86DA-9DCDEAC53B19}" destId="{EFA23124-C833-4E4E-8577-6F7EF9C4EB71}" srcOrd="2" destOrd="0" presId="urn:microsoft.com/office/officeart/2005/8/layout/process4"/>
    <dgm:cxn modelId="{6470140F-61F9-4942-9F5B-4AC1A9ABD88F}" type="presParOf" srcId="{EFA23124-C833-4E4E-8577-6F7EF9C4EB71}" destId="{B0269F4B-759E-4199-A821-C3C626B35C26}" srcOrd="0" destOrd="0" presId="urn:microsoft.com/office/officeart/2005/8/layout/process4"/>
    <dgm:cxn modelId="{DDA222AE-3CD5-41D5-B346-D31486ECADB0}" type="presParOf" srcId="{EFA23124-C833-4E4E-8577-6F7EF9C4EB71}" destId="{81C48C6E-7854-4219-ADFE-F9F0DFD089F3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498861-753B-417A-AD4C-104CF542E70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8F7033B-A005-4691-9437-75FF981CDE14}">
      <dgm:prSet phldrT="[Text]" phldr="0"/>
      <dgm:spPr/>
      <dgm:t>
        <a:bodyPr/>
        <a:lstStyle/>
        <a:p>
          <a:r>
            <a:rPr lang="en-IN" dirty="0"/>
            <a:t>Frontend</a:t>
          </a:r>
        </a:p>
      </dgm:t>
    </dgm:pt>
    <dgm:pt modelId="{89FDB440-5F9A-4E79-B429-5D191B8B1516}" type="parTrans" cxnId="{8E210D9D-1792-40DA-80A9-D9729578531B}">
      <dgm:prSet/>
      <dgm:spPr/>
      <dgm:t>
        <a:bodyPr/>
        <a:lstStyle/>
        <a:p>
          <a:endParaRPr lang="en-IN"/>
        </a:p>
      </dgm:t>
    </dgm:pt>
    <dgm:pt modelId="{EA5DD0C9-AB86-495A-9138-F26A4E422FF8}" type="sibTrans" cxnId="{8E210D9D-1792-40DA-80A9-D9729578531B}">
      <dgm:prSet/>
      <dgm:spPr/>
      <dgm:t>
        <a:bodyPr/>
        <a:lstStyle/>
        <a:p>
          <a:endParaRPr lang="en-IN"/>
        </a:p>
      </dgm:t>
    </dgm:pt>
    <dgm:pt modelId="{277E7133-5268-4A96-8B8D-E6B81BC88CC2}">
      <dgm:prSet phldrT="[Text]" phldr="0"/>
      <dgm:spPr/>
      <dgm:t>
        <a:bodyPr/>
        <a:lstStyle/>
        <a:p>
          <a:r>
            <a:rPr lang="en-IN" dirty="0"/>
            <a:t>Angular</a:t>
          </a:r>
        </a:p>
      </dgm:t>
    </dgm:pt>
    <dgm:pt modelId="{B31B4538-040C-4985-9A6E-CEC08697833B}" type="parTrans" cxnId="{D48CCB1C-B6D2-4BB4-A623-9DB1341E0758}">
      <dgm:prSet/>
      <dgm:spPr/>
      <dgm:t>
        <a:bodyPr/>
        <a:lstStyle/>
        <a:p>
          <a:endParaRPr lang="en-IN"/>
        </a:p>
      </dgm:t>
    </dgm:pt>
    <dgm:pt modelId="{A600D325-4833-4CC1-87BA-8FADA07DD06D}" type="sibTrans" cxnId="{D48CCB1C-B6D2-4BB4-A623-9DB1341E0758}">
      <dgm:prSet/>
      <dgm:spPr/>
      <dgm:t>
        <a:bodyPr/>
        <a:lstStyle/>
        <a:p>
          <a:endParaRPr lang="en-IN"/>
        </a:p>
      </dgm:t>
    </dgm:pt>
    <dgm:pt modelId="{EB8998D7-48B5-4E15-84A3-E86281D8BA4E}">
      <dgm:prSet phldrT="[Text]" phldr="0"/>
      <dgm:spPr/>
      <dgm:t>
        <a:bodyPr/>
        <a:lstStyle/>
        <a:p>
          <a:r>
            <a:rPr lang="en-IN" dirty="0"/>
            <a:t>Backend</a:t>
          </a:r>
        </a:p>
      </dgm:t>
    </dgm:pt>
    <dgm:pt modelId="{9426EBF1-F2E5-4FBD-81D6-08CC2AB0EC6B}" type="parTrans" cxnId="{47BCAAD1-23D9-4C73-BFA3-8D2E291095A7}">
      <dgm:prSet/>
      <dgm:spPr/>
      <dgm:t>
        <a:bodyPr/>
        <a:lstStyle/>
        <a:p>
          <a:endParaRPr lang="en-IN"/>
        </a:p>
      </dgm:t>
    </dgm:pt>
    <dgm:pt modelId="{7BD53D60-9B82-41C9-9CFE-F510EA890FFF}" type="sibTrans" cxnId="{47BCAAD1-23D9-4C73-BFA3-8D2E291095A7}">
      <dgm:prSet/>
      <dgm:spPr/>
      <dgm:t>
        <a:bodyPr/>
        <a:lstStyle/>
        <a:p>
          <a:endParaRPr lang="en-IN"/>
        </a:p>
      </dgm:t>
    </dgm:pt>
    <dgm:pt modelId="{5AF66567-8023-4B9C-BEF9-D1485A53E709}">
      <dgm:prSet phldrT="[Text]" phldr="0"/>
      <dgm:spPr/>
      <dgm:t>
        <a:bodyPr/>
        <a:lstStyle/>
        <a:p>
          <a:r>
            <a:rPr lang="en-IN" dirty="0"/>
            <a:t>Node </a:t>
          </a:r>
          <a:r>
            <a:rPr lang="en-IN" dirty="0" err="1"/>
            <a:t>js</a:t>
          </a:r>
          <a:endParaRPr lang="en-IN" dirty="0"/>
        </a:p>
      </dgm:t>
    </dgm:pt>
    <dgm:pt modelId="{293DCF9B-A204-4B71-AE80-3685638B5CCA}" type="parTrans" cxnId="{C6F578B0-A064-4F08-810A-7F2D2549D5EC}">
      <dgm:prSet/>
      <dgm:spPr/>
      <dgm:t>
        <a:bodyPr/>
        <a:lstStyle/>
        <a:p>
          <a:endParaRPr lang="en-IN"/>
        </a:p>
      </dgm:t>
    </dgm:pt>
    <dgm:pt modelId="{21D052D3-FE0B-4383-A713-D84AE788367D}" type="sibTrans" cxnId="{C6F578B0-A064-4F08-810A-7F2D2549D5EC}">
      <dgm:prSet/>
      <dgm:spPr/>
      <dgm:t>
        <a:bodyPr/>
        <a:lstStyle/>
        <a:p>
          <a:endParaRPr lang="en-IN"/>
        </a:p>
      </dgm:t>
    </dgm:pt>
    <dgm:pt modelId="{B869426A-B831-4ED8-80B9-4301EF1B67B3}">
      <dgm:prSet phldrT="[Text]" phldr="0"/>
      <dgm:spPr/>
      <dgm:t>
        <a:bodyPr/>
        <a:lstStyle/>
        <a:p>
          <a:r>
            <a:rPr lang="en-IN" dirty="0"/>
            <a:t>Database</a:t>
          </a:r>
        </a:p>
      </dgm:t>
    </dgm:pt>
    <dgm:pt modelId="{D6EE4A3E-AE13-439B-BAB1-280E1CB0149C}" type="parTrans" cxnId="{CB0C030E-BE14-48CC-B246-3A0DE9D64106}">
      <dgm:prSet/>
      <dgm:spPr/>
      <dgm:t>
        <a:bodyPr/>
        <a:lstStyle/>
        <a:p>
          <a:endParaRPr lang="en-IN"/>
        </a:p>
      </dgm:t>
    </dgm:pt>
    <dgm:pt modelId="{7F365D36-3FE9-4369-950C-A95ABE51D151}" type="sibTrans" cxnId="{CB0C030E-BE14-48CC-B246-3A0DE9D64106}">
      <dgm:prSet/>
      <dgm:spPr/>
      <dgm:t>
        <a:bodyPr/>
        <a:lstStyle/>
        <a:p>
          <a:endParaRPr lang="en-IN"/>
        </a:p>
      </dgm:t>
    </dgm:pt>
    <dgm:pt modelId="{1B986C7A-BBBC-4599-8DEE-B33F1A9C765C}">
      <dgm:prSet phldrT="[Text]" phldr="0"/>
      <dgm:spPr/>
      <dgm:t>
        <a:bodyPr/>
        <a:lstStyle/>
        <a:p>
          <a:r>
            <a:rPr lang="en-IN" dirty="0"/>
            <a:t>MongoDB</a:t>
          </a:r>
        </a:p>
      </dgm:t>
    </dgm:pt>
    <dgm:pt modelId="{FDE6528F-A7AE-4B0A-B5D9-73C194562D84}" type="parTrans" cxnId="{2F86846A-6C58-4716-8099-944BAD288D4B}">
      <dgm:prSet/>
      <dgm:spPr/>
      <dgm:t>
        <a:bodyPr/>
        <a:lstStyle/>
        <a:p>
          <a:endParaRPr lang="en-IN"/>
        </a:p>
      </dgm:t>
    </dgm:pt>
    <dgm:pt modelId="{AFE6E162-C101-4241-9B38-F577FAB34101}" type="sibTrans" cxnId="{2F86846A-6C58-4716-8099-944BAD288D4B}">
      <dgm:prSet/>
      <dgm:spPr/>
      <dgm:t>
        <a:bodyPr/>
        <a:lstStyle/>
        <a:p>
          <a:endParaRPr lang="en-IN"/>
        </a:p>
      </dgm:t>
    </dgm:pt>
    <dgm:pt modelId="{C028A8F9-695F-4203-8EA3-4039B2A9E071}">
      <dgm:prSet/>
      <dgm:spPr/>
      <dgm:t>
        <a:bodyPr/>
        <a:lstStyle/>
        <a:p>
          <a:r>
            <a:rPr lang="en-IN" dirty="0"/>
            <a:t>Charts</a:t>
          </a:r>
        </a:p>
      </dgm:t>
    </dgm:pt>
    <dgm:pt modelId="{5938E614-BDFE-4607-81A2-859A2F37BC89}" type="parTrans" cxnId="{DE6D4EF5-03D8-4381-81A3-A7C43C9715F5}">
      <dgm:prSet/>
      <dgm:spPr/>
      <dgm:t>
        <a:bodyPr/>
        <a:lstStyle/>
        <a:p>
          <a:endParaRPr lang="en-IN"/>
        </a:p>
      </dgm:t>
    </dgm:pt>
    <dgm:pt modelId="{8CEC2461-8ACC-4607-AA9C-4B60634A73BE}" type="sibTrans" cxnId="{DE6D4EF5-03D8-4381-81A3-A7C43C9715F5}">
      <dgm:prSet/>
      <dgm:spPr/>
      <dgm:t>
        <a:bodyPr/>
        <a:lstStyle/>
        <a:p>
          <a:endParaRPr lang="en-IN"/>
        </a:p>
      </dgm:t>
    </dgm:pt>
    <dgm:pt modelId="{63EC31F2-A3AF-44F9-88F4-1237602562FE}">
      <dgm:prSet/>
      <dgm:spPr/>
      <dgm:t>
        <a:bodyPr/>
        <a:lstStyle/>
        <a:p>
          <a:r>
            <a:rPr lang="en-IN"/>
            <a:t>ApexCharts</a:t>
          </a:r>
          <a:endParaRPr lang="en-IN" dirty="0"/>
        </a:p>
      </dgm:t>
    </dgm:pt>
    <dgm:pt modelId="{970BC585-6D15-4BC0-8397-01435B7338B5}" type="parTrans" cxnId="{BD48E5EA-5A59-4A12-A8A7-3A26E61A0374}">
      <dgm:prSet/>
      <dgm:spPr/>
      <dgm:t>
        <a:bodyPr/>
        <a:lstStyle/>
        <a:p>
          <a:endParaRPr lang="en-IN"/>
        </a:p>
      </dgm:t>
    </dgm:pt>
    <dgm:pt modelId="{15C5F78F-C13B-4242-B428-D323596B6D67}" type="sibTrans" cxnId="{BD48E5EA-5A59-4A12-A8A7-3A26E61A0374}">
      <dgm:prSet/>
      <dgm:spPr/>
      <dgm:t>
        <a:bodyPr/>
        <a:lstStyle/>
        <a:p>
          <a:endParaRPr lang="en-IN"/>
        </a:p>
      </dgm:t>
    </dgm:pt>
    <dgm:pt modelId="{16B085EC-5CBE-41BA-90B1-686FE1FA5A21}">
      <dgm:prSet/>
      <dgm:spPr/>
      <dgm:t>
        <a:bodyPr/>
        <a:lstStyle/>
        <a:p>
          <a:r>
            <a:rPr lang="en-IN" dirty="0"/>
            <a:t>Auth</a:t>
          </a:r>
        </a:p>
      </dgm:t>
    </dgm:pt>
    <dgm:pt modelId="{C19B7CA4-E450-4ED1-8AC0-10700FDE4827}" type="parTrans" cxnId="{C736126A-D1D4-4665-AE41-4B616087DB23}">
      <dgm:prSet/>
      <dgm:spPr/>
      <dgm:t>
        <a:bodyPr/>
        <a:lstStyle/>
        <a:p>
          <a:endParaRPr lang="en-IN"/>
        </a:p>
      </dgm:t>
    </dgm:pt>
    <dgm:pt modelId="{E5B222DD-185D-4022-8B74-E93CEB5BA231}" type="sibTrans" cxnId="{C736126A-D1D4-4665-AE41-4B616087DB23}">
      <dgm:prSet/>
      <dgm:spPr/>
      <dgm:t>
        <a:bodyPr/>
        <a:lstStyle/>
        <a:p>
          <a:endParaRPr lang="en-IN"/>
        </a:p>
      </dgm:t>
    </dgm:pt>
    <dgm:pt modelId="{7C410172-3B6C-42D6-BAF4-8E47F4E50B63}">
      <dgm:prSet/>
      <dgm:spPr/>
      <dgm:t>
        <a:bodyPr/>
        <a:lstStyle/>
        <a:p>
          <a:r>
            <a:rPr lang="en-IN" b="0" i="0">
              <a:solidFill>
                <a:srgbClr val="2E3D2F"/>
              </a:solidFill>
              <a:latin typeface="Calibri"/>
            </a:rPr>
            <a:t>JSON Web Tokens (JWT)</a:t>
          </a:r>
          <a:endParaRPr lang="en-IN" dirty="0"/>
        </a:p>
      </dgm:t>
    </dgm:pt>
    <dgm:pt modelId="{BD90D9F9-C0AA-43D3-B841-9B8D79671561}" type="parTrans" cxnId="{2FD295A7-C22C-4EE2-A83F-4820D93383E4}">
      <dgm:prSet/>
      <dgm:spPr/>
      <dgm:t>
        <a:bodyPr/>
        <a:lstStyle/>
        <a:p>
          <a:endParaRPr lang="en-IN"/>
        </a:p>
      </dgm:t>
    </dgm:pt>
    <dgm:pt modelId="{BCC44A31-E051-4D2A-822A-D5A7EE23B3F4}" type="sibTrans" cxnId="{2FD295A7-C22C-4EE2-A83F-4820D93383E4}">
      <dgm:prSet/>
      <dgm:spPr/>
      <dgm:t>
        <a:bodyPr/>
        <a:lstStyle/>
        <a:p>
          <a:endParaRPr lang="en-IN"/>
        </a:p>
      </dgm:t>
    </dgm:pt>
    <dgm:pt modelId="{CAD6FF14-FF5D-48B8-9BE8-0CD3CEED81BD}">
      <dgm:prSet/>
      <dgm:spPr/>
      <dgm:t>
        <a:bodyPr/>
        <a:lstStyle/>
        <a:p>
          <a:r>
            <a:rPr lang="en-IN" dirty="0"/>
            <a:t>Dev tools</a:t>
          </a:r>
        </a:p>
      </dgm:t>
    </dgm:pt>
    <dgm:pt modelId="{5D35B6EA-CDEA-47DE-B23A-1CCA3A75737F}" type="parTrans" cxnId="{39FFBFF3-B535-4579-B2E4-4DB691644149}">
      <dgm:prSet/>
      <dgm:spPr/>
      <dgm:t>
        <a:bodyPr/>
        <a:lstStyle/>
        <a:p>
          <a:endParaRPr lang="en-IN"/>
        </a:p>
      </dgm:t>
    </dgm:pt>
    <dgm:pt modelId="{B1DF7D91-CB7C-444C-B124-5794395FBB5E}" type="sibTrans" cxnId="{39FFBFF3-B535-4579-B2E4-4DB691644149}">
      <dgm:prSet/>
      <dgm:spPr/>
      <dgm:t>
        <a:bodyPr/>
        <a:lstStyle/>
        <a:p>
          <a:endParaRPr lang="en-IN"/>
        </a:p>
      </dgm:t>
    </dgm:pt>
    <dgm:pt modelId="{6EB9554E-4F95-4158-A807-9AC3622ED322}">
      <dgm:prSet/>
      <dgm:spPr/>
      <dgm:t>
        <a:bodyPr/>
        <a:lstStyle/>
        <a:p>
          <a:r>
            <a:rPr lang="en-IN" b="0" i="0">
              <a:solidFill>
                <a:srgbClr val="2E3D2F"/>
              </a:solidFill>
              <a:latin typeface="Calibri"/>
            </a:rPr>
            <a:t>VS Code, Git</a:t>
          </a:r>
          <a:endParaRPr lang="en-IN" dirty="0"/>
        </a:p>
      </dgm:t>
    </dgm:pt>
    <dgm:pt modelId="{A93FA29D-73F7-4777-954C-6EEA7ECAC5EF}" type="parTrans" cxnId="{2CF34E3A-F8F0-4411-A7A9-505DA69391DE}">
      <dgm:prSet/>
      <dgm:spPr/>
      <dgm:t>
        <a:bodyPr/>
        <a:lstStyle/>
        <a:p>
          <a:endParaRPr lang="en-IN"/>
        </a:p>
      </dgm:t>
    </dgm:pt>
    <dgm:pt modelId="{AB53321C-29F1-4E6F-809A-B84757E7F244}" type="sibTrans" cxnId="{2CF34E3A-F8F0-4411-A7A9-505DA69391DE}">
      <dgm:prSet/>
      <dgm:spPr/>
      <dgm:t>
        <a:bodyPr/>
        <a:lstStyle/>
        <a:p>
          <a:endParaRPr lang="en-IN"/>
        </a:p>
      </dgm:t>
    </dgm:pt>
    <dgm:pt modelId="{B08029AD-EB25-4EEA-8AB0-CDB5FC488C0F}" type="pres">
      <dgm:prSet presAssocID="{C1498861-753B-417A-AD4C-104CF542E709}" presName="Name0" presStyleCnt="0">
        <dgm:presLayoutVars>
          <dgm:dir/>
          <dgm:animLvl val="lvl"/>
          <dgm:resizeHandles val="exact"/>
        </dgm:presLayoutVars>
      </dgm:prSet>
      <dgm:spPr/>
    </dgm:pt>
    <dgm:pt modelId="{A8AB405A-662A-43A7-9B66-BF3C460A874B}" type="pres">
      <dgm:prSet presAssocID="{B8F7033B-A005-4691-9437-75FF981CDE14}" presName="linNode" presStyleCnt="0"/>
      <dgm:spPr/>
    </dgm:pt>
    <dgm:pt modelId="{DA9050BC-4858-4D16-A3C9-A091615A21FD}" type="pres">
      <dgm:prSet presAssocID="{B8F7033B-A005-4691-9437-75FF981CDE14}" presName="parentText" presStyleLbl="node1" presStyleIdx="0" presStyleCnt="6" custLinFactNeighborY="-1124">
        <dgm:presLayoutVars>
          <dgm:chMax val="1"/>
          <dgm:bulletEnabled val="1"/>
        </dgm:presLayoutVars>
      </dgm:prSet>
      <dgm:spPr/>
    </dgm:pt>
    <dgm:pt modelId="{6160452A-4A97-43BA-BA0D-ED565281FA97}" type="pres">
      <dgm:prSet presAssocID="{B8F7033B-A005-4691-9437-75FF981CDE14}" presName="descendantText" presStyleLbl="alignAccFollowNode1" presStyleIdx="0" presStyleCnt="6">
        <dgm:presLayoutVars>
          <dgm:bulletEnabled val="1"/>
        </dgm:presLayoutVars>
      </dgm:prSet>
      <dgm:spPr/>
    </dgm:pt>
    <dgm:pt modelId="{1B65387D-F544-4CF2-8804-178EBE26E77D}" type="pres">
      <dgm:prSet presAssocID="{EA5DD0C9-AB86-495A-9138-F26A4E422FF8}" presName="sp" presStyleCnt="0"/>
      <dgm:spPr/>
    </dgm:pt>
    <dgm:pt modelId="{57DBF90A-1EA1-4EB9-86E0-C30A3B79E8AC}" type="pres">
      <dgm:prSet presAssocID="{EB8998D7-48B5-4E15-84A3-E86281D8BA4E}" presName="linNode" presStyleCnt="0"/>
      <dgm:spPr/>
    </dgm:pt>
    <dgm:pt modelId="{4F46456D-0A59-4203-B122-C8BC0233635C}" type="pres">
      <dgm:prSet presAssocID="{EB8998D7-48B5-4E15-84A3-E86281D8BA4E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80259F4E-E333-4427-ADDF-A331E83F18FD}" type="pres">
      <dgm:prSet presAssocID="{EB8998D7-48B5-4E15-84A3-E86281D8BA4E}" presName="descendantText" presStyleLbl="alignAccFollowNode1" presStyleIdx="1" presStyleCnt="6">
        <dgm:presLayoutVars>
          <dgm:bulletEnabled val="1"/>
        </dgm:presLayoutVars>
      </dgm:prSet>
      <dgm:spPr/>
    </dgm:pt>
    <dgm:pt modelId="{55C25E55-78BE-4C82-BD53-D869F0F04FCD}" type="pres">
      <dgm:prSet presAssocID="{7BD53D60-9B82-41C9-9CFE-F510EA890FFF}" presName="sp" presStyleCnt="0"/>
      <dgm:spPr/>
    </dgm:pt>
    <dgm:pt modelId="{E3C0309B-4C2F-4B9A-8E8D-0A945D0E6A90}" type="pres">
      <dgm:prSet presAssocID="{B869426A-B831-4ED8-80B9-4301EF1B67B3}" presName="linNode" presStyleCnt="0"/>
      <dgm:spPr/>
    </dgm:pt>
    <dgm:pt modelId="{EB3E41E6-6EB7-4B47-AD20-D18E5B4BC2AD}" type="pres">
      <dgm:prSet presAssocID="{B869426A-B831-4ED8-80B9-4301EF1B67B3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9DC9AE8C-DE16-4960-8434-A552D952767A}" type="pres">
      <dgm:prSet presAssocID="{B869426A-B831-4ED8-80B9-4301EF1B67B3}" presName="descendantText" presStyleLbl="alignAccFollowNode1" presStyleIdx="2" presStyleCnt="6">
        <dgm:presLayoutVars>
          <dgm:bulletEnabled val="1"/>
        </dgm:presLayoutVars>
      </dgm:prSet>
      <dgm:spPr/>
    </dgm:pt>
    <dgm:pt modelId="{B0A7D0C8-E93F-4DFA-B703-9449062F2F28}" type="pres">
      <dgm:prSet presAssocID="{7F365D36-3FE9-4369-950C-A95ABE51D151}" presName="sp" presStyleCnt="0"/>
      <dgm:spPr/>
    </dgm:pt>
    <dgm:pt modelId="{B16A9E40-A8F0-42FE-8270-B27306AEF638}" type="pres">
      <dgm:prSet presAssocID="{C028A8F9-695F-4203-8EA3-4039B2A9E071}" presName="linNode" presStyleCnt="0"/>
      <dgm:spPr/>
    </dgm:pt>
    <dgm:pt modelId="{2F7366A5-3351-4BAB-87FA-CFB999A32571}" type="pres">
      <dgm:prSet presAssocID="{C028A8F9-695F-4203-8EA3-4039B2A9E071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56E9A99D-E0CB-4E5A-BE0F-7925720B9293}" type="pres">
      <dgm:prSet presAssocID="{C028A8F9-695F-4203-8EA3-4039B2A9E071}" presName="descendantText" presStyleLbl="alignAccFollowNode1" presStyleIdx="3" presStyleCnt="6">
        <dgm:presLayoutVars>
          <dgm:bulletEnabled val="1"/>
        </dgm:presLayoutVars>
      </dgm:prSet>
      <dgm:spPr/>
    </dgm:pt>
    <dgm:pt modelId="{4B094CDF-9055-48DA-ADCE-D1236E1DB863}" type="pres">
      <dgm:prSet presAssocID="{8CEC2461-8ACC-4607-AA9C-4B60634A73BE}" presName="sp" presStyleCnt="0"/>
      <dgm:spPr/>
    </dgm:pt>
    <dgm:pt modelId="{7362D89D-5A92-47EA-8FD5-E6479240DB06}" type="pres">
      <dgm:prSet presAssocID="{16B085EC-5CBE-41BA-90B1-686FE1FA5A21}" presName="linNode" presStyleCnt="0"/>
      <dgm:spPr/>
    </dgm:pt>
    <dgm:pt modelId="{0DD87B63-8B71-4E1D-9BDF-6DC514FA277E}" type="pres">
      <dgm:prSet presAssocID="{16B085EC-5CBE-41BA-90B1-686FE1FA5A21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C180161F-B95A-4FD8-A84C-C650B3E6A404}" type="pres">
      <dgm:prSet presAssocID="{16B085EC-5CBE-41BA-90B1-686FE1FA5A21}" presName="descendantText" presStyleLbl="alignAccFollowNode1" presStyleIdx="4" presStyleCnt="6">
        <dgm:presLayoutVars>
          <dgm:bulletEnabled val="1"/>
        </dgm:presLayoutVars>
      </dgm:prSet>
      <dgm:spPr/>
    </dgm:pt>
    <dgm:pt modelId="{876D4DC7-DCE4-49BD-B544-B0FCBDEFFF5E}" type="pres">
      <dgm:prSet presAssocID="{E5B222DD-185D-4022-8B74-E93CEB5BA231}" presName="sp" presStyleCnt="0"/>
      <dgm:spPr/>
    </dgm:pt>
    <dgm:pt modelId="{0D5834DE-1476-43B5-ACB6-2FA5857234E0}" type="pres">
      <dgm:prSet presAssocID="{CAD6FF14-FF5D-48B8-9BE8-0CD3CEED81BD}" presName="linNode" presStyleCnt="0"/>
      <dgm:spPr/>
    </dgm:pt>
    <dgm:pt modelId="{6C44029B-C899-475B-8610-2F636EFDE780}" type="pres">
      <dgm:prSet presAssocID="{CAD6FF14-FF5D-48B8-9BE8-0CD3CEED81BD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253AE3D8-9CD8-4657-A710-E924C188A195}" type="pres">
      <dgm:prSet presAssocID="{CAD6FF14-FF5D-48B8-9BE8-0CD3CEED81BD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3AA6C206-2B75-46D1-BEAB-AD22A6CCB1D4}" type="presOf" srcId="{5AF66567-8023-4B9C-BEF9-D1485A53E709}" destId="{80259F4E-E333-4427-ADDF-A331E83F18FD}" srcOrd="0" destOrd="0" presId="urn:microsoft.com/office/officeart/2005/8/layout/vList5"/>
    <dgm:cxn modelId="{A1F7B50D-5918-4D67-904A-6546B558753B}" type="presOf" srcId="{277E7133-5268-4A96-8B8D-E6B81BC88CC2}" destId="{6160452A-4A97-43BA-BA0D-ED565281FA97}" srcOrd="0" destOrd="0" presId="urn:microsoft.com/office/officeart/2005/8/layout/vList5"/>
    <dgm:cxn modelId="{CB0C030E-BE14-48CC-B246-3A0DE9D64106}" srcId="{C1498861-753B-417A-AD4C-104CF542E709}" destId="{B869426A-B831-4ED8-80B9-4301EF1B67B3}" srcOrd="2" destOrd="0" parTransId="{D6EE4A3E-AE13-439B-BAB1-280E1CB0149C}" sibTransId="{7F365D36-3FE9-4369-950C-A95ABE51D151}"/>
    <dgm:cxn modelId="{DE0CA711-8C71-44D7-9E5D-B31A05C4DC43}" type="presOf" srcId="{7C410172-3B6C-42D6-BAF4-8E47F4E50B63}" destId="{C180161F-B95A-4FD8-A84C-C650B3E6A404}" srcOrd="0" destOrd="0" presId="urn:microsoft.com/office/officeart/2005/8/layout/vList5"/>
    <dgm:cxn modelId="{D48CCB1C-B6D2-4BB4-A623-9DB1341E0758}" srcId="{B8F7033B-A005-4691-9437-75FF981CDE14}" destId="{277E7133-5268-4A96-8B8D-E6B81BC88CC2}" srcOrd="0" destOrd="0" parTransId="{B31B4538-040C-4985-9A6E-CEC08697833B}" sibTransId="{A600D325-4833-4CC1-87BA-8FADA07DD06D}"/>
    <dgm:cxn modelId="{FED5DF21-EE0D-4889-A45E-DA88E46FBA6B}" type="presOf" srcId="{CAD6FF14-FF5D-48B8-9BE8-0CD3CEED81BD}" destId="{6C44029B-C899-475B-8610-2F636EFDE780}" srcOrd="0" destOrd="0" presId="urn:microsoft.com/office/officeart/2005/8/layout/vList5"/>
    <dgm:cxn modelId="{2CF34E3A-F8F0-4411-A7A9-505DA69391DE}" srcId="{CAD6FF14-FF5D-48B8-9BE8-0CD3CEED81BD}" destId="{6EB9554E-4F95-4158-A807-9AC3622ED322}" srcOrd="0" destOrd="0" parTransId="{A93FA29D-73F7-4777-954C-6EEA7ECAC5EF}" sibTransId="{AB53321C-29F1-4E6F-809A-B84757E7F244}"/>
    <dgm:cxn modelId="{C736126A-D1D4-4665-AE41-4B616087DB23}" srcId="{C1498861-753B-417A-AD4C-104CF542E709}" destId="{16B085EC-5CBE-41BA-90B1-686FE1FA5A21}" srcOrd="4" destOrd="0" parTransId="{C19B7CA4-E450-4ED1-8AC0-10700FDE4827}" sibTransId="{E5B222DD-185D-4022-8B74-E93CEB5BA231}"/>
    <dgm:cxn modelId="{2F86846A-6C58-4716-8099-944BAD288D4B}" srcId="{B869426A-B831-4ED8-80B9-4301EF1B67B3}" destId="{1B986C7A-BBBC-4599-8DEE-B33F1A9C765C}" srcOrd="0" destOrd="0" parTransId="{FDE6528F-A7AE-4B0A-B5D9-73C194562D84}" sibTransId="{AFE6E162-C101-4241-9B38-F577FAB34101}"/>
    <dgm:cxn modelId="{5AB1814F-D4DF-4BE4-AF0A-071F324DB40B}" type="presOf" srcId="{C028A8F9-695F-4203-8EA3-4039B2A9E071}" destId="{2F7366A5-3351-4BAB-87FA-CFB999A32571}" srcOrd="0" destOrd="0" presId="urn:microsoft.com/office/officeart/2005/8/layout/vList5"/>
    <dgm:cxn modelId="{D075D652-31D9-4A6C-AC4A-87AB8FE5EC45}" type="presOf" srcId="{63EC31F2-A3AF-44F9-88F4-1237602562FE}" destId="{56E9A99D-E0CB-4E5A-BE0F-7925720B9293}" srcOrd="0" destOrd="0" presId="urn:microsoft.com/office/officeart/2005/8/layout/vList5"/>
    <dgm:cxn modelId="{3AAFB594-EAAC-4DAD-86D0-27BEF2954F90}" type="presOf" srcId="{16B085EC-5CBE-41BA-90B1-686FE1FA5A21}" destId="{0DD87B63-8B71-4E1D-9BDF-6DC514FA277E}" srcOrd="0" destOrd="0" presId="urn:microsoft.com/office/officeart/2005/8/layout/vList5"/>
    <dgm:cxn modelId="{C4EF3F98-D9B6-4AFC-A93E-DC2DB2937361}" type="presOf" srcId="{1B986C7A-BBBC-4599-8DEE-B33F1A9C765C}" destId="{9DC9AE8C-DE16-4960-8434-A552D952767A}" srcOrd="0" destOrd="0" presId="urn:microsoft.com/office/officeart/2005/8/layout/vList5"/>
    <dgm:cxn modelId="{EE77A598-06DD-40EA-A4DF-618760CD1E6B}" type="presOf" srcId="{B8F7033B-A005-4691-9437-75FF981CDE14}" destId="{DA9050BC-4858-4D16-A3C9-A091615A21FD}" srcOrd="0" destOrd="0" presId="urn:microsoft.com/office/officeart/2005/8/layout/vList5"/>
    <dgm:cxn modelId="{8E210D9D-1792-40DA-80A9-D9729578531B}" srcId="{C1498861-753B-417A-AD4C-104CF542E709}" destId="{B8F7033B-A005-4691-9437-75FF981CDE14}" srcOrd="0" destOrd="0" parTransId="{89FDB440-5F9A-4E79-B429-5D191B8B1516}" sibTransId="{EA5DD0C9-AB86-495A-9138-F26A4E422FF8}"/>
    <dgm:cxn modelId="{2FD295A7-C22C-4EE2-A83F-4820D93383E4}" srcId="{16B085EC-5CBE-41BA-90B1-686FE1FA5A21}" destId="{7C410172-3B6C-42D6-BAF4-8E47F4E50B63}" srcOrd="0" destOrd="0" parTransId="{BD90D9F9-C0AA-43D3-B841-9B8D79671561}" sibTransId="{BCC44A31-E051-4D2A-822A-D5A7EE23B3F4}"/>
    <dgm:cxn modelId="{7C6F61AF-86F6-4C18-B62C-2827AB36C4E8}" type="presOf" srcId="{C1498861-753B-417A-AD4C-104CF542E709}" destId="{B08029AD-EB25-4EEA-8AB0-CDB5FC488C0F}" srcOrd="0" destOrd="0" presId="urn:microsoft.com/office/officeart/2005/8/layout/vList5"/>
    <dgm:cxn modelId="{C6F578B0-A064-4F08-810A-7F2D2549D5EC}" srcId="{EB8998D7-48B5-4E15-84A3-E86281D8BA4E}" destId="{5AF66567-8023-4B9C-BEF9-D1485A53E709}" srcOrd="0" destOrd="0" parTransId="{293DCF9B-A204-4B71-AE80-3685638B5CCA}" sibTransId="{21D052D3-FE0B-4383-A713-D84AE788367D}"/>
    <dgm:cxn modelId="{097CF4BD-276E-41C4-A7F1-E05EF86A48AC}" type="presOf" srcId="{B869426A-B831-4ED8-80B9-4301EF1B67B3}" destId="{EB3E41E6-6EB7-4B47-AD20-D18E5B4BC2AD}" srcOrd="0" destOrd="0" presId="urn:microsoft.com/office/officeart/2005/8/layout/vList5"/>
    <dgm:cxn modelId="{37D036CF-F637-46AB-81DB-71B8F4B92558}" type="presOf" srcId="{6EB9554E-4F95-4158-A807-9AC3622ED322}" destId="{253AE3D8-9CD8-4657-A710-E924C188A195}" srcOrd="0" destOrd="0" presId="urn:microsoft.com/office/officeart/2005/8/layout/vList5"/>
    <dgm:cxn modelId="{47BCAAD1-23D9-4C73-BFA3-8D2E291095A7}" srcId="{C1498861-753B-417A-AD4C-104CF542E709}" destId="{EB8998D7-48B5-4E15-84A3-E86281D8BA4E}" srcOrd="1" destOrd="0" parTransId="{9426EBF1-F2E5-4FBD-81D6-08CC2AB0EC6B}" sibTransId="{7BD53D60-9B82-41C9-9CFE-F510EA890FFF}"/>
    <dgm:cxn modelId="{6079DADC-B0A4-4503-A676-DB7E03AB1CB7}" type="presOf" srcId="{EB8998D7-48B5-4E15-84A3-E86281D8BA4E}" destId="{4F46456D-0A59-4203-B122-C8BC0233635C}" srcOrd="0" destOrd="0" presId="urn:microsoft.com/office/officeart/2005/8/layout/vList5"/>
    <dgm:cxn modelId="{BD48E5EA-5A59-4A12-A8A7-3A26E61A0374}" srcId="{C028A8F9-695F-4203-8EA3-4039B2A9E071}" destId="{63EC31F2-A3AF-44F9-88F4-1237602562FE}" srcOrd="0" destOrd="0" parTransId="{970BC585-6D15-4BC0-8397-01435B7338B5}" sibTransId="{15C5F78F-C13B-4242-B428-D323596B6D67}"/>
    <dgm:cxn modelId="{39FFBFF3-B535-4579-B2E4-4DB691644149}" srcId="{C1498861-753B-417A-AD4C-104CF542E709}" destId="{CAD6FF14-FF5D-48B8-9BE8-0CD3CEED81BD}" srcOrd="5" destOrd="0" parTransId="{5D35B6EA-CDEA-47DE-B23A-1CCA3A75737F}" sibTransId="{B1DF7D91-CB7C-444C-B124-5794395FBB5E}"/>
    <dgm:cxn modelId="{DE6D4EF5-03D8-4381-81A3-A7C43C9715F5}" srcId="{C1498861-753B-417A-AD4C-104CF542E709}" destId="{C028A8F9-695F-4203-8EA3-4039B2A9E071}" srcOrd="3" destOrd="0" parTransId="{5938E614-BDFE-4607-81A2-859A2F37BC89}" sibTransId="{8CEC2461-8ACC-4607-AA9C-4B60634A73BE}"/>
    <dgm:cxn modelId="{6D037B8D-02A5-4704-A137-B2DDFBCA2FB3}" type="presParOf" srcId="{B08029AD-EB25-4EEA-8AB0-CDB5FC488C0F}" destId="{A8AB405A-662A-43A7-9B66-BF3C460A874B}" srcOrd="0" destOrd="0" presId="urn:microsoft.com/office/officeart/2005/8/layout/vList5"/>
    <dgm:cxn modelId="{C8B0BAF1-E91F-4C79-B7B6-39441E395940}" type="presParOf" srcId="{A8AB405A-662A-43A7-9B66-BF3C460A874B}" destId="{DA9050BC-4858-4D16-A3C9-A091615A21FD}" srcOrd="0" destOrd="0" presId="urn:microsoft.com/office/officeart/2005/8/layout/vList5"/>
    <dgm:cxn modelId="{4A2CAC17-525E-4CDF-9E0C-07EFCD854BFE}" type="presParOf" srcId="{A8AB405A-662A-43A7-9B66-BF3C460A874B}" destId="{6160452A-4A97-43BA-BA0D-ED565281FA97}" srcOrd="1" destOrd="0" presId="urn:microsoft.com/office/officeart/2005/8/layout/vList5"/>
    <dgm:cxn modelId="{FD81F478-F8BC-4825-B19D-271E211D43AF}" type="presParOf" srcId="{B08029AD-EB25-4EEA-8AB0-CDB5FC488C0F}" destId="{1B65387D-F544-4CF2-8804-178EBE26E77D}" srcOrd="1" destOrd="0" presId="urn:microsoft.com/office/officeart/2005/8/layout/vList5"/>
    <dgm:cxn modelId="{CF4E19FD-0124-45FB-8AAA-9AFBFD28D53D}" type="presParOf" srcId="{B08029AD-EB25-4EEA-8AB0-CDB5FC488C0F}" destId="{57DBF90A-1EA1-4EB9-86E0-C30A3B79E8AC}" srcOrd="2" destOrd="0" presId="urn:microsoft.com/office/officeart/2005/8/layout/vList5"/>
    <dgm:cxn modelId="{A7975550-4932-46AA-B30E-5052ADFAE508}" type="presParOf" srcId="{57DBF90A-1EA1-4EB9-86E0-C30A3B79E8AC}" destId="{4F46456D-0A59-4203-B122-C8BC0233635C}" srcOrd="0" destOrd="0" presId="urn:microsoft.com/office/officeart/2005/8/layout/vList5"/>
    <dgm:cxn modelId="{12659237-B089-4592-BA79-6D082F3A1CA4}" type="presParOf" srcId="{57DBF90A-1EA1-4EB9-86E0-C30A3B79E8AC}" destId="{80259F4E-E333-4427-ADDF-A331E83F18FD}" srcOrd="1" destOrd="0" presId="urn:microsoft.com/office/officeart/2005/8/layout/vList5"/>
    <dgm:cxn modelId="{CDCDE1B7-496D-40B9-A5F5-AFD6BE13C3A0}" type="presParOf" srcId="{B08029AD-EB25-4EEA-8AB0-CDB5FC488C0F}" destId="{55C25E55-78BE-4C82-BD53-D869F0F04FCD}" srcOrd="3" destOrd="0" presId="urn:microsoft.com/office/officeart/2005/8/layout/vList5"/>
    <dgm:cxn modelId="{433490BB-459D-45C6-8FCD-E6D515E334CA}" type="presParOf" srcId="{B08029AD-EB25-4EEA-8AB0-CDB5FC488C0F}" destId="{E3C0309B-4C2F-4B9A-8E8D-0A945D0E6A90}" srcOrd="4" destOrd="0" presId="urn:microsoft.com/office/officeart/2005/8/layout/vList5"/>
    <dgm:cxn modelId="{A7062A25-54AD-4597-99A1-E49B1478FCEE}" type="presParOf" srcId="{E3C0309B-4C2F-4B9A-8E8D-0A945D0E6A90}" destId="{EB3E41E6-6EB7-4B47-AD20-D18E5B4BC2AD}" srcOrd="0" destOrd="0" presId="urn:microsoft.com/office/officeart/2005/8/layout/vList5"/>
    <dgm:cxn modelId="{99B25985-F7AD-4CFF-8D48-F262DCF1DDEC}" type="presParOf" srcId="{E3C0309B-4C2F-4B9A-8E8D-0A945D0E6A90}" destId="{9DC9AE8C-DE16-4960-8434-A552D952767A}" srcOrd="1" destOrd="0" presId="urn:microsoft.com/office/officeart/2005/8/layout/vList5"/>
    <dgm:cxn modelId="{8DEC3566-2686-4161-B277-126309DCFB37}" type="presParOf" srcId="{B08029AD-EB25-4EEA-8AB0-CDB5FC488C0F}" destId="{B0A7D0C8-E93F-4DFA-B703-9449062F2F28}" srcOrd="5" destOrd="0" presId="urn:microsoft.com/office/officeart/2005/8/layout/vList5"/>
    <dgm:cxn modelId="{3B58B445-80B3-4A7A-8679-7B351F22A371}" type="presParOf" srcId="{B08029AD-EB25-4EEA-8AB0-CDB5FC488C0F}" destId="{B16A9E40-A8F0-42FE-8270-B27306AEF638}" srcOrd="6" destOrd="0" presId="urn:microsoft.com/office/officeart/2005/8/layout/vList5"/>
    <dgm:cxn modelId="{046C6989-69DA-4EFC-80FD-508D7E6F1A44}" type="presParOf" srcId="{B16A9E40-A8F0-42FE-8270-B27306AEF638}" destId="{2F7366A5-3351-4BAB-87FA-CFB999A32571}" srcOrd="0" destOrd="0" presId="urn:microsoft.com/office/officeart/2005/8/layout/vList5"/>
    <dgm:cxn modelId="{FEC65217-BF9B-4CC7-95FC-57751B20AC7A}" type="presParOf" srcId="{B16A9E40-A8F0-42FE-8270-B27306AEF638}" destId="{56E9A99D-E0CB-4E5A-BE0F-7925720B9293}" srcOrd="1" destOrd="0" presId="urn:microsoft.com/office/officeart/2005/8/layout/vList5"/>
    <dgm:cxn modelId="{23B31C1B-17C3-4CCB-A87D-A4B0E1B8ED34}" type="presParOf" srcId="{B08029AD-EB25-4EEA-8AB0-CDB5FC488C0F}" destId="{4B094CDF-9055-48DA-ADCE-D1236E1DB863}" srcOrd="7" destOrd="0" presId="urn:microsoft.com/office/officeart/2005/8/layout/vList5"/>
    <dgm:cxn modelId="{C3C4EB7D-04FF-47C5-923F-1CE8A8072AA1}" type="presParOf" srcId="{B08029AD-EB25-4EEA-8AB0-CDB5FC488C0F}" destId="{7362D89D-5A92-47EA-8FD5-E6479240DB06}" srcOrd="8" destOrd="0" presId="urn:microsoft.com/office/officeart/2005/8/layout/vList5"/>
    <dgm:cxn modelId="{5ED9503F-28DF-44AF-A037-BA0752315E8B}" type="presParOf" srcId="{7362D89D-5A92-47EA-8FD5-E6479240DB06}" destId="{0DD87B63-8B71-4E1D-9BDF-6DC514FA277E}" srcOrd="0" destOrd="0" presId="urn:microsoft.com/office/officeart/2005/8/layout/vList5"/>
    <dgm:cxn modelId="{A02FE8EF-82F1-4B3B-9F53-C0E4805ECAB2}" type="presParOf" srcId="{7362D89D-5A92-47EA-8FD5-E6479240DB06}" destId="{C180161F-B95A-4FD8-A84C-C650B3E6A404}" srcOrd="1" destOrd="0" presId="urn:microsoft.com/office/officeart/2005/8/layout/vList5"/>
    <dgm:cxn modelId="{973C1669-DCF1-4828-BE3B-CCD90EE6762B}" type="presParOf" srcId="{B08029AD-EB25-4EEA-8AB0-CDB5FC488C0F}" destId="{876D4DC7-DCE4-49BD-B544-B0FCBDEFFF5E}" srcOrd="9" destOrd="0" presId="urn:microsoft.com/office/officeart/2005/8/layout/vList5"/>
    <dgm:cxn modelId="{4DE7AAD1-5107-4C9B-AD69-6758A272AF70}" type="presParOf" srcId="{B08029AD-EB25-4EEA-8AB0-CDB5FC488C0F}" destId="{0D5834DE-1476-43B5-ACB6-2FA5857234E0}" srcOrd="10" destOrd="0" presId="urn:microsoft.com/office/officeart/2005/8/layout/vList5"/>
    <dgm:cxn modelId="{143E24F4-AC55-4E9C-856E-C708E38418A2}" type="presParOf" srcId="{0D5834DE-1476-43B5-ACB6-2FA5857234E0}" destId="{6C44029B-C899-475B-8610-2F636EFDE780}" srcOrd="0" destOrd="0" presId="urn:microsoft.com/office/officeart/2005/8/layout/vList5"/>
    <dgm:cxn modelId="{4B94AA91-840F-40DF-B103-B66EB2740C06}" type="presParOf" srcId="{0D5834DE-1476-43B5-ACB6-2FA5857234E0}" destId="{253AE3D8-9CD8-4657-A710-E924C188A19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17E509-C4D6-4162-B2FC-BF6FD4296A02}">
      <dsp:nvSpPr>
        <dsp:cNvPr id="0" name=""/>
        <dsp:cNvSpPr/>
      </dsp:nvSpPr>
      <dsp:spPr>
        <a:xfrm rot="5400000">
          <a:off x="-167653" y="170306"/>
          <a:ext cx="1117688" cy="78238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User data input</a:t>
          </a:r>
          <a:endParaRPr lang="en-IN" sz="1100" b="1" kern="1200" dirty="0"/>
        </a:p>
      </dsp:txBody>
      <dsp:txXfrm rot="-5400000">
        <a:off x="0" y="393844"/>
        <a:ext cx="782382" cy="335306"/>
      </dsp:txXfrm>
    </dsp:sp>
    <dsp:sp modelId="{727180F8-39F1-4DD4-BC82-43CE905F0241}">
      <dsp:nvSpPr>
        <dsp:cNvPr id="0" name=""/>
        <dsp:cNvSpPr/>
      </dsp:nvSpPr>
      <dsp:spPr>
        <a:xfrm rot="5400000">
          <a:off x="4312418" y="-3527383"/>
          <a:ext cx="726497" cy="778656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>
              <a:solidFill>
                <a:srgbClr val="2E3D2F"/>
              </a:solidFill>
              <a:latin typeface="Calibri"/>
            </a:rPr>
            <a:t>User enters plant details, electricity (kWh), fuel types &amp; quantities, and production volume via the web interface</a:t>
          </a:r>
          <a:r>
            <a:rPr lang="en-US" sz="2000" b="0" i="0" kern="1200" dirty="0">
              <a:solidFill>
                <a:srgbClr val="2E3D2F"/>
              </a:solidFill>
              <a:latin typeface="Calibri"/>
            </a:rPr>
            <a:t>.</a:t>
          </a:r>
          <a:endParaRPr lang="en-IN" sz="2000" kern="1200" dirty="0"/>
        </a:p>
      </dsp:txBody>
      <dsp:txXfrm rot="-5400000">
        <a:off x="782383" y="38117"/>
        <a:ext cx="7751104" cy="655567"/>
      </dsp:txXfrm>
    </dsp:sp>
    <dsp:sp modelId="{D90281FB-D90A-4B2A-B347-B5F14D300A41}">
      <dsp:nvSpPr>
        <dsp:cNvPr id="0" name=""/>
        <dsp:cNvSpPr/>
      </dsp:nvSpPr>
      <dsp:spPr>
        <a:xfrm rot="5400000">
          <a:off x="-167653" y="1171207"/>
          <a:ext cx="1117688" cy="78238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Data Validation</a:t>
          </a:r>
          <a:endParaRPr lang="en-IN" sz="1100" b="1" kern="1200" dirty="0"/>
        </a:p>
      </dsp:txBody>
      <dsp:txXfrm rot="-5400000">
        <a:off x="0" y="1394745"/>
        <a:ext cx="782382" cy="335306"/>
      </dsp:txXfrm>
    </dsp:sp>
    <dsp:sp modelId="{B28103A6-C962-4654-8180-293A476A8672}">
      <dsp:nvSpPr>
        <dsp:cNvPr id="0" name=""/>
        <dsp:cNvSpPr/>
      </dsp:nvSpPr>
      <dsp:spPr>
        <a:xfrm rot="5400000">
          <a:off x="4312418" y="-2526482"/>
          <a:ext cx="726497" cy="778656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>
              <a:solidFill>
                <a:srgbClr val="2E3D2F"/>
              </a:solidFill>
              <a:latin typeface="Calibri"/>
            </a:rPr>
            <a:t>System validates all inputs for completeness, format, and range. Invalid entries are flagged before processing.</a:t>
          </a:r>
          <a:endParaRPr lang="en-IN" sz="1500" kern="1200" dirty="0"/>
        </a:p>
      </dsp:txBody>
      <dsp:txXfrm rot="-5400000">
        <a:off x="782383" y="1039018"/>
        <a:ext cx="7751104" cy="655567"/>
      </dsp:txXfrm>
    </dsp:sp>
    <dsp:sp modelId="{8363005A-842A-4A51-BD58-46D510428E0F}">
      <dsp:nvSpPr>
        <dsp:cNvPr id="0" name=""/>
        <dsp:cNvSpPr/>
      </dsp:nvSpPr>
      <dsp:spPr>
        <a:xfrm rot="5400000">
          <a:off x="-167653" y="2172108"/>
          <a:ext cx="1117688" cy="78238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Emission Calculation</a:t>
          </a:r>
          <a:endParaRPr lang="en-IN" sz="1100" b="1" kern="1200" dirty="0"/>
        </a:p>
      </dsp:txBody>
      <dsp:txXfrm rot="-5400000">
        <a:off x="0" y="2395646"/>
        <a:ext cx="782382" cy="335306"/>
      </dsp:txXfrm>
    </dsp:sp>
    <dsp:sp modelId="{0B239C23-A850-42AD-810E-959548B3B055}">
      <dsp:nvSpPr>
        <dsp:cNvPr id="0" name=""/>
        <dsp:cNvSpPr/>
      </dsp:nvSpPr>
      <dsp:spPr>
        <a:xfrm rot="5400000">
          <a:off x="4312418" y="-1525580"/>
          <a:ext cx="726497" cy="778656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>
              <a:solidFill>
                <a:srgbClr val="2E3D2F"/>
              </a:solidFill>
              <a:latin typeface="Calibri"/>
            </a:rPr>
            <a:t>CO₂ is computed using predefined emission factors: Grid × 0.735 | HSD × 2.754 | LPG × 2.920 | PNG × 1.885 | Biomass × 0.0018</a:t>
          </a:r>
          <a:endParaRPr lang="en-IN" sz="1500" kern="1200" dirty="0"/>
        </a:p>
      </dsp:txBody>
      <dsp:txXfrm rot="-5400000">
        <a:off x="782383" y="2039920"/>
        <a:ext cx="7751104" cy="655567"/>
      </dsp:txXfrm>
    </dsp:sp>
    <dsp:sp modelId="{F4EA7C7B-83CC-452A-9B06-7770B4BFA056}">
      <dsp:nvSpPr>
        <dsp:cNvPr id="0" name=""/>
        <dsp:cNvSpPr/>
      </dsp:nvSpPr>
      <dsp:spPr>
        <a:xfrm rot="5400000">
          <a:off x="-167653" y="3173009"/>
          <a:ext cx="1117688" cy="78238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KPI Generation</a:t>
          </a:r>
          <a:endParaRPr lang="en-IN" sz="1100" b="1" kern="1200" dirty="0"/>
        </a:p>
      </dsp:txBody>
      <dsp:txXfrm rot="-5400000">
        <a:off x="0" y="3396547"/>
        <a:ext cx="782382" cy="335306"/>
      </dsp:txXfrm>
    </dsp:sp>
    <dsp:sp modelId="{3497D294-B6F5-4906-85FF-F796332B5DD6}">
      <dsp:nvSpPr>
        <dsp:cNvPr id="0" name=""/>
        <dsp:cNvSpPr/>
      </dsp:nvSpPr>
      <dsp:spPr>
        <a:xfrm rot="5400000">
          <a:off x="4312418" y="-570093"/>
          <a:ext cx="726497" cy="778656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>
              <a:solidFill>
                <a:srgbClr val="2E3D2F"/>
              </a:solidFill>
              <a:latin typeface="Calibri"/>
            </a:rPr>
            <a:t>Carbon Intensity (Kg CO₂/Ltr), RE %, and Energy Ratio (EUR) are derived from total emissions and production data.</a:t>
          </a:r>
          <a:endParaRPr lang="en-IN" sz="1500" kern="1200" dirty="0"/>
        </a:p>
      </dsp:txBody>
      <dsp:txXfrm rot="-5400000">
        <a:off x="782383" y="2995407"/>
        <a:ext cx="7751104" cy="655567"/>
      </dsp:txXfrm>
    </dsp:sp>
    <dsp:sp modelId="{EF3FAE48-FA75-428A-AE57-38737BFBB989}">
      <dsp:nvSpPr>
        <dsp:cNvPr id="0" name=""/>
        <dsp:cNvSpPr/>
      </dsp:nvSpPr>
      <dsp:spPr>
        <a:xfrm rot="5400000">
          <a:off x="-167653" y="4173910"/>
          <a:ext cx="1117688" cy="78238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Dashboard Visualization</a:t>
          </a:r>
          <a:endParaRPr lang="en-IN" sz="1100" b="1" kern="1200" dirty="0"/>
        </a:p>
      </dsp:txBody>
      <dsp:txXfrm rot="-5400000">
        <a:off x="0" y="4397448"/>
        <a:ext cx="782382" cy="335306"/>
      </dsp:txXfrm>
    </dsp:sp>
    <dsp:sp modelId="{4F42C7E4-2D05-4A76-959E-D3419D6B3D9E}">
      <dsp:nvSpPr>
        <dsp:cNvPr id="0" name=""/>
        <dsp:cNvSpPr/>
      </dsp:nvSpPr>
      <dsp:spPr>
        <a:xfrm rot="5400000">
          <a:off x="4312418" y="476221"/>
          <a:ext cx="726497" cy="778656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>
              <a:solidFill>
                <a:srgbClr val="2E3D2F"/>
              </a:solidFill>
              <a:latin typeface="Calibri"/>
            </a:rPr>
            <a:t>Results are displayed as charts, trend graphs, and KPI cards in an interactive React.js dashboard.</a:t>
          </a:r>
          <a:endParaRPr lang="en-IN" sz="1500" kern="1200" dirty="0"/>
        </a:p>
      </dsp:txBody>
      <dsp:txXfrm rot="-5400000">
        <a:off x="782383" y="4041722"/>
        <a:ext cx="7751104" cy="6555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E06C8A-304A-4321-9F18-7BF3C7380A91}">
      <dsp:nvSpPr>
        <dsp:cNvPr id="0" name=""/>
        <dsp:cNvSpPr/>
      </dsp:nvSpPr>
      <dsp:spPr>
        <a:xfrm>
          <a:off x="0" y="4113783"/>
          <a:ext cx="7270429" cy="8999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Step 4</a:t>
          </a:r>
        </a:p>
      </dsp:txBody>
      <dsp:txXfrm>
        <a:off x="0" y="4113783"/>
        <a:ext cx="7270429" cy="485997"/>
      </dsp:txXfrm>
    </dsp:sp>
    <dsp:sp modelId="{A12CA76C-7781-4E58-A13D-D03D7849CBDB}">
      <dsp:nvSpPr>
        <dsp:cNvPr id="0" name=""/>
        <dsp:cNvSpPr/>
      </dsp:nvSpPr>
      <dsp:spPr>
        <a:xfrm>
          <a:off x="0" y="4581781"/>
          <a:ext cx="3635214" cy="4139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Final KPIs</a:t>
          </a:r>
          <a:endParaRPr lang="en-US" sz="1300" kern="1200" dirty="0"/>
        </a:p>
      </dsp:txBody>
      <dsp:txXfrm>
        <a:off x="0" y="4581781"/>
        <a:ext cx="3635214" cy="413997"/>
      </dsp:txXfrm>
    </dsp:sp>
    <dsp:sp modelId="{659CD6AF-AB9D-4BB3-B95F-D9A6F01DC1E4}">
      <dsp:nvSpPr>
        <dsp:cNvPr id="0" name=""/>
        <dsp:cNvSpPr/>
      </dsp:nvSpPr>
      <dsp:spPr>
        <a:xfrm>
          <a:off x="3635214" y="4581781"/>
          <a:ext cx="3635214" cy="4139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>
              <a:solidFill>
                <a:schemeClr val="tx1"/>
              </a:solidFill>
              <a:latin typeface="Calibri"/>
            </a:rPr>
            <a:t>Carbon Intensity, RE %, and Energy Ratio (EUR) computed for dashboard</a:t>
          </a:r>
          <a:endParaRPr lang="en-US" sz="1300" kern="1200" dirty="0">
            <a:solidFill>
              <a:schemeClr val="tx1"/>
            </a:solidFill>
          </a:endParaRPr>
        </a:p>
      </dsp:txBody>
      <dsp:txXfrm>
        <a:off x="3635214" y="4581781"/>
        <a:ext cx="3635214" cy="413997"/>
      </dsp:txXfrm>
    </dsp:sp>
    <dsp:sp modelId="{ABBC9041-E4C1-4E08-8D2F-18D16C9054B5}">
      <dsp:nvSpPr>
        <dsp:cNvPr id="0" name=""/>
        <dsp:cNvSpPr/>
      </dsp:nvSpPr>
      <dsp:spPr>
        <a:xfrm rot="10800000">
          <a:off x="0" y="2743090"/>
          <a:ext cx="7270429" cy="138419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Step 3</a:t>
          </a:r>
          <a:endParaRPr lang="en-IN" sz="1700" kern="1200" dirty="0"/>
        </a:p>
      </dsp:txBody>
      <dsp:txXfrm rot="-10800000">
        <a:off x="0" y="2743090"/>
        <a:ext cx="7270429" cy="485851"/>
      </dsp:txXfrm>
    </dsp:sp>
    <dsp:sp modelId="{21D2BED0-41A3-41C6-82E3-DE1214A9FC39}">
      <dsp:nvSpPr>
        <dsp:cNvPr id="0" name=""/>
        <dsp:cNvSpPr/>
      </dsp:nvSpPr>
      <dsp:spPr>
        <a:xfrm>
          <a:off x="0" y="3228942"/>
          <a:ext cx="3635214" cy="41387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Totals Computed</a:t>
          </a:r>
          <a:endParaRPr lang="en-IN" sz="1300" kern="1200" dirty="0"/>
        </a:p>
      </dsp:txBody>
      <dsp:txXfrm>
        <a:off x="0" y="3228942"/>
        <a:ext cx="3635214" cy="413873"/>
      </dsp:txXfrm>
    </dsp:sp>
    <dsp:sp modelId="{F395B797-AD7B-4419-B050-9D487F11C0DB}">
      <dsp:nvSpPr>
        <dsp:cNvPr id="0" name=""/>
        <dsp:cNvSpPr/>
      </dsp:nvSpPr>
      <dsp:spPr>
        <a:xfrm>
          <a:off x="3635214" y="3228942"/>
          <a:ext cx="3635214" cy="41387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>
              <a:solidFill>
                <a:schemeClr val="tx1"/>
              </a:solidFill>
              <a:latin typeface="Calibri"/>
            </a:rPr>
            <a:t>Total Emissions (Kg CO₂) and Total Energy (MJ) aggregated</a:t>
          </a:r>
          <a:endParaRPr lang="en-IN" sz="1300" kern="1200" dirty="0">
            <a:solidFill>
              <a:schemeClr val="tx1"/>
            </a:solidFill>
          </a:endParaRPr>
        </a:p>
      </dsp:txBody>
      <dsp:txXfrm>
        <a:off x="3635214" y="3228942"/>
        <a:ext cx="3635214" cy="413873"/>
      </dsp:txXfrm>
    </dsp:sp>
    <dsp:sp modelId="{63F392A4-D1E2-4BB7-ACDF-325D571A78B1}">
      <dsp:nvSpPr>
        <dsp:cNvPr id="0" name=""/>
        <dsp:cNvSpPr/>
      </dsp:nvSpPr>
      <dsp:spPr>
        <a:xfrm rot="10800000">
          <a:off x="0" y="1372397"/>
          <a:ext cx="7270429" cy="138419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Step 2 </a:t>
          </a:r>
          <a:endParaRPr lang="en-IN" sz="1700" kern="1200" dirty="0"/>
        </a:p>
      </dsp:txBody>
      <dsp:txXfrm rot="-10800000">
        <a:off x="0" y="1372397"/>
        <a:ext cx="7270429" cy="485851"/>
      </dsp:txXfrm>
    </dsp:sp>
    <dsp:sp modelId="{57E28616-6C80-4A55-B047-2F5BF1F160CD}">
      <dsp:nvSpPr>
        <dsp:cNvPr id="0" name=""/>
        <dsp:cNvSpPr/>
      </dsp:nvSpPr>
      <dsp:spPr>
        <a:xfrm>
          <a:off x="0" y="1858249"/>
          <a:ext cx="3635214" cy="41387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Backend logic</a:t>
          </a:r>
          <a:endParaRPr lang="en-IN" sz="1300" kern="1200" dirty="0"/>
        </a:p>
      </dsp:txBody>
      <dsp:txXfrm>
        <a:off x="0" y="1858249"/>
        <a:ext cx="3635214" cy="413873"/>
      </dsp:txXfrm>
    </dsp:sp>
    <dsp:sp modelId="{F66E1941-B505-46C4-A807-AA9BE012BD45}">
      <dsp:nvSpPr>
        <dsp:cNvPr id="0" name=""/>
        <dsp:cNvSpPr/>
      </dsp:nvSpPr>
      <dsp:spPr>
        <a:xfrm>
          <a:off x="3635214" y="1858249"/>
          <a:ext cx="3635214" cy="41387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>
              <a:solidFill>
                <a:schemeClr val="tx1"/>
              </a:solidFill>
              <a:latin typeface="Calibri"/>
            </a:rPr>
            <a:t>CO₂ Calculator (Input × Factor) + Energy Converter (to MJ)</a:t>
          </a:r>
          <a:endParaRPr lang="en-IN" sz="1300" kern="1200" dirty="0">
            <a:solidFill>
              <a:schemeClr val="tx1"/>
            </a:solidFill>
          </a:endParaRPr>
        </a:p>
      </dsp:txBody>
      <dsp:txXfrm>
        <a:off x="3635214" y="1858249"/>
        <a:ext cx="3635214" cy="413873"/>
      </dsp:txXfrm>
    </dsp:sp>
    <dsp:sp modelId="{B70577AD-3770-4275-8711-69EF171411A1}">
      <dsp:nvSpPr>
        <dsp:cNvPr id="0" name=""/>
        <dsp:cNvSpPr/>
      </dsp:nvSpPr>
      <dsp:spPr>
        <a:xfrm rot="10800000">
          <a:off x="0" y="1705"/>
          <a:ext cx="7270429" cy="138419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Step 1</a:t>
          </a:r>
          <a:endParaRPr lang="en-IN" sz="1700" kern="1200" dirty="0"/>
        </a:p>
      </dsp:txBody>
      <dsp:txXfrm rot="-10800000">
        <a:off x="0" y="1705"/>
        <a:ext cx="7270429" cy="485851"/>
      </dsp:txXfrm>
    </dsp:sp>
    <dsp:sp modelId="{B0269F4B-759E-4199-A821-C3C626B35C26}">
      <dsp:nvSpPr>
        <dsp:cNvPr id="0" name=""/>
        <dsp:cNvSpPr/>
      </dsp:nvSpPr>
      <dsp:spPr>
        <a:xfrm>
          <a:off x="0" y="487556"/>
          <a:ext cx="3635214" cy="41387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Monthly Raw Inputs</a:t>
          </a:r>
          <a:endParaRPr lang="en-IN" sz="1300" kern="1200" dirty="0"/>
        </a:p>
      </dsp:txBody>
      <dsp:txXfrm>
        <a:off x="0" y="487556"/>
        <a:ext cx="3635214" cy="413873"/>
      </dsp:txXfrm>
    </dsp:sp>
    <dsp:sp modelId="{81C48C6E-7854-4219-ADFE-F9F0DFD089F3}">
      <dsp:nvSpPr>
        <dsp:cNvPr id="0" name=""/>
        <dsp:cNvSpPr/>
      </dsp:nvSpPr>
      <dsp:spPr>
        <a:xfrm>
          <a:off x="3635214" y="487556"/>
          <a:ext cx="3635214" cy="41387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0" i="0" kern="1200" dirty="0">
              <a:solidFill>
                <a:schemeClr val="tx1"/>
              </a:solidFill>
              <a:latin typeface="Calibri"/>
            </a:rPr>
            <a:t>Diesel, Biomass, LPG, PNG, Furnace Oil, Grid Power, RE PPA, Solar, Production</a:t>
          </a:r>
          <a:endParaRPr lang="en-IN" sz="1300" kern="1200" dirty="0">
            <a:solidFill>
              <a:schemeClr val="tx1"/>
            </a:solidFill>
          </a:endParaRPr>
        </a:p>
      </dsp:txBody>
      <dsp:txXfrm>
        <a:off x="3635214" y="487556"/>
        <a:ext cx="3635214" cy="4138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60452A-4A97-43BA-BA0D-ED565281FA97}">
      <dsp:nvSpPr>
        <dsp:cNvPr id="0" name=""/>
        <dsp:cNvSpPr/>
      </dsp:nvSpPr>
      <dsp:spPr>
        <a:xfrm rot="5400000">
          <a:off x="2298671" y="-876758"/>
          <a:ext cx="523076" cy="240960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Angular</a:t>
          </a:r>
        </a:p>
      </dsp:txBody>
      <dsp:txXfrm rot="-5400000">
        <a:off x="1355405" y="92042"/>
        <a:ext cx="2384075" cy="472008"/>
      </dsp:txXfrm>
    </dsp:sp>
    <dsp:sp modelId="{DA9050BC-4858-4D16-A3C9-A091615A21FD}">
      <dsp:nvSpPr>
        <dsp:cNvPr id="0" name=""/>
        <dsp:cNvSpPr/>
      </dsp:nvSpPr>
      <dsp:spPr>
        <a:xfrm>
          <a:off x="0" y="0"/>
          <a:ext cx="1355405" cy="6538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Frontend</a:t>
          </a:r>
        </a:p>
      </dsp:txBody>
      <dsp:txXfrm>
        <a:off x="31918" y="31918"/>
        <a:ext cx="1291569" cy="590009"/>
      </dsp:txXfrm>
    </dsp:sp>
    <dsp:sp modelId="{80259F4E-E333-4427-ADDF-A331E83F18FD}">
      <dsp:nvSpPr>
        <dsp:cNvPr id="0" name=""/>
        <dsp:cNvSpPr/>
      </dsp:nvSpPr>
      <dsp:spPr>
        <a:xfrm rot="5400000">
          <a:off x="2298671" y="-190221"/>
          <a:ext cx="523076" cy="240960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Node </a:t>
          </a:r>
          <a:r>
            <a:rPr lang="en-IN" sz="1600" kern="1200" dirty="0" err="1"/>
            <a:t>js</a:t>
          </a:r>
          <a:endParaRPr lang="en-IN" sz="1600" kern="1200" dirty="0"/>
        </a:p>
      </dsp:txBody>
      <dsp:txXfrm rot="-5400000">
        <a:off x="1355405" y="778579"/>
        <a:ext cx="2384075" cy="472008"/>
      </dsp:txXfrm>
    </dsp:sp>
    <dsp:sp modelId="{4F46456D-0A59-4203-B122-C8BC0233635C}">
      <dsp:nvSpPr>
        <dsp:cNvPr id="0" name=""/>
        <dsp:cNvSpPr/>
      </dsp:nvSpPr>
      <dsp:spPr>
        <a:xfrm>
          <a:off x="0" y="687660"/>
          <a:ext cx="1355405" cy="6538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Backend</a:t>
          </a:r>
        </a:p>
      </dsp:txBody>
      <dsp:txXfrm>
        <a:off x="31918" y="719578"/>
        <a:ext cx="1291569" cy="590009"/>
      </dsp:txXfrm>
    </dsp:sp>
    <dsp:sp modelId="{9DC9AE8C-DE16-4960-8434-A552D952767A}">
      <dsp:nvSpPr>
        <dsp:cNvPr id="0" name=""/>
        <dsp:cNvSpPr/>
      </dsp:nvSpPr>
      <dsp:spPr>
        <a:xfrm rot="5400000">
          <a:off x="2298671" y="496316"/>
          <a:ext cx="523076" cy="240960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MongoDB</a:t>
          </a:r>
        </a:p>
      </dsp:txBody>
      <dsp:txXfrm rot="-5400000">
        <a:off x="1355405" y="1465116"/>
        <a:ext cx="2384075" cy="472008"/>
      </dsp:txXfrm>
    </dsp:sp>
    <dsp:sp modelId="{EB3E41E6-6EB7-4B47-AD20-D18E5B4BC2AD}">
      <dsp:nvSpPr>
        <dsp:cNvPr id="0" name=""/>
        <dsp:cNvSpPr/>
      </dsp:nvSpPr>
      <dsp:spPr>
        <a:xfrm>
          <a:off x="0" y="1374198"/>
          <a:ext cx="1355405" cy="6538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Database</a:t>
          </a:r>
        </a:p>
      </dsp:txBody>
      <dsp:txXfrm>
        <a:off x="31918" y="1406116"/>
        <a:ext cx="1291569" cy="590009"/>
      </dsp:txXfrm>
    </dsp:sp>
    <dsp:sp modelId="{56E9A99D-E0CB-4E5A-BE0F-7925720B9293}">
      <dsp:nvSpPr>
        <dsp:cNvPr id="0" name=""/>
        <dsp:cNvSpPr/>
      </dsp:nvSpPr>
      <dsp:spPr>
        <a:xfrm rot="5400000">
          <a:off x="2298671" y="1182854"/>
          <a:ext cx="523076" cy="240960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/>
            <a:t>ApexCharts</a:t>
          </a:r>
          <a:endParaRPr lang="en-IN" sz="1600" kern="1200" dirty="0"/>
        </a:p>
      </dsp:txBody>
      <dsp:txXfrm rot="-5400000">
        <a:off x="1355405" y="2151654"/>
        <a:ext cx="2384075" cy="472008"/>
      </dsp:txXfrm>
    </dsp:sp>
    <dsp:sp modelId="{2F7366A5-3351-4BAB-87FA-CFB999A32571}">
      <dsp:nvSpPr>
        <dsp:cNvPr id="0" name=""/>
        <dsp:cNvSpPr/>
      </dsp:nvSpPr>
      <dsp:spPr>
        <a:xfrm>
          <a:off x="0" y="2060736"/>
          <a:ext cx="1355405" cy="6538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Charts</a:t>
          </a:r>
        </a:p>
      </dsp:txBody>
      <dsp:txXfrm>
        <a:off x="31918" y="2092654"/>
        <a:ext cx="1291569" cy="590009"/>
      </dsp:txXfrm>
    </dsp:sp>
    <dsp:sp modelId="{C180161F-B95A-4FD8-A84C-C650B3E6A404}">
      <dsp:nvSpPr>
        <dsp:cNvPr id="0" name=""/>
        <dsp:cNvSpPr/>
      </dsp:nvSpPr>
      <dsp:spPr>
        <a:xfrm rot="5400000">
          <a:off x="2298671" y="1869392"/>
          <a:ext cx="523076" cy="240960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0" i="0" kern="1200">
              <a:solidFill>
                <a:srgbClr val="2E3D2F"/>
              </a:solidFill>
              <a:latin typeface="Calibri"/>
            </a:rPr>
            <a:t>JSON Web Tokens (JWT)</a:t>
          </a:r>
          <a:endParaRPr lang="en-IN" sz="1600" kern="1200" dirty="0"/>
        </a:p>
      </dsp:txBody>
      <dsp:txXfrm rot="-5400000">
        <a:off x="1355405" y="2838192"/>
        <a:ext cx="2384075" cy="472008"/>
      </dsp:txXfrm>
    </dsp:sp>
    <dsp:sp modelId="{0DD87B63-8B71-4E1D-9BDF-6DC514FA277E}">
      <dsp:nvSpPr>
        <dsp:cNvPr id="0" name=""/>
        <dsp:cNvSpPr/>
      </dsp:nvSpPr>
      <dsp:spPr>
        <a:xfrm>
          <a:off x="0" y="2747274"/>
          <a:ext cx="1355405" cy="6538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Auth</a:t>
          </a:r>
        </a:p>
      </dsp:txBody>
      <dsp:txXfrm>
        <a:off x="31918" y="2779192"/>
        <a:ext cx="1291569" cy="590009"/>
      </dsp:txXfrm>
    </dsp:sp>
    <dsp:sp modelId="{253AE3D8-9CD8-4657-A710-E924C188A195}">
      <dsp:nvSpPr>
        <dsp:cNvPr id="0" name=""/>
        <dsp:cNvSpPr/>
      </dsp:nvSpPr>
      <dsp:spPr>
        <a:xfrm rot="5400000">
          <a:off x="2298671" y="2555930"/>
          <a:ext cx="523076" cy="240960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0" i="0" kern="1200">
              <a:solidFill>
                <a:srgbClr val="2E3D2F"/>
              </a:solidFill>
              <a:latin typeface="Calibri"/>
            </a:rPr>
            <a:t>VS Code, Git</a:t>
          </a:r>
          <a:endParaRPr lang="en-IN" sz="1600" kern="1200" dirty="0"/>
        </a:p>
      </dsp:txBody>
      <dsp:txXfrm rot="-5400000">
        <a:off x="1355405" y="3524730"/>
        <a:ext cx="2384075" cy="472008"/>
      </dsp:txXfrm>
    </dsp:sp>
    <dsp:sp modelId="{6C44029B-C899-475B-8610-2F636EFDE780}">
      <dsp:nvSpPr>
        <dsp:cNvPr id="0" name=""/>
        <dsp:cNvSpPr/>
      </dsp:nvSpPr>
      <dsp:spPr>
        <a:xfrm>
          <a:off x="0" y="3433812"/>
          <a:ext cx="1355405" cy="6538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Dev tools</a:t>
          </a:r>
        </a:p>
      </dsp:txBody>
      <dsp:txXfrm>
        <a:off x="31918" y="3465730"/>
        <a:ext cx="1291569" cy="5900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49:54.4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299 638 24575,'1'-13'0,"2"1"0,-1-1 0,2 1 0,0-1 0,0 1 0,1 0 0,0 0 0,1 1 0,12-18 0,-7 10 0,15-34 0,-25 51 0,-1 0 0,1 0 0,-1 1 0,1-1 0,-1 0 0,1 0 0,-1 0 0,0 0 0,0 0 0,0 0 0,-1-3 0,1 4 0,0 1 0,0-1 0,0 1 0,-1-1 0,1 1 0,0-1 0,-1 0 0,1 1 0,0-1 0,-1 1 0,1 0 0,-1-1 0,1 1 0,0-1 0,-1 1 0,0 0 0,1-1 0,-1 1 0,1 0 0,-1-1 0,1 1 0,-1 0 0,-1-1 0,0 1 0,-1 0 0,0 0 0,1 0 0,-1 1 0,0-1 0,1 1 0,-1-1 0,0 1 0,1 0 0,-1 0 0,1 0 0,-1 0 0,1 0 0,-4 3 0,-22 16 0,-46 41 0,-9 7 0,-17 16 0,87-77 0,6-10 0,7 1 0,-1 1 0,1 0 0,0 0 0,0 0 0,0-1 0,0 1 0,0 0 0,1 0 0,-1 0 0,0 0 0,0-1 0,1 1 0,-1 0 0,1 0 0,-1 0 0,1 0 0,-1 0 0,1 0 0,1-1 0,17-28 0,0 0 0,-2-1 0,-2-1 0,14-39 0,-27 67 0,-1-1 0,0 1 0,0-1 0,0 1 0,0-1 0,-1 0 0,0 1 0,0-9 0,0 11 0,-1 0 0,1 0 0,-1 1 0,0-1 0,0 0 0,1 1 0,-1-1 0,0 0 0,0 1 0,-1-1 0,1 1 0,0 0 0,0-1 0,-1 1 0,1 0 0,-1 0 0,1 0 0,-1 0 0,1 0 0,-1 0 0,0 0 0,1 0 0,-1 1 0,-2-2 0,1 2 0,0-1 0,1-1 0,-1 1 0,1 0 0,-1-1 0,1 1 0,0-1 0,0 0 0,0 0 0,0 0 0,0 0 0,0 0 0,0 0 0,1 0 0,-1-1 0,1 1 0,-3-5 0,2 3 0,0 0 0,0 0 0,-1 1 0,1 0 0,-1-1 0,-5-4 0,-15-3 0,21 11 0,1 0 0,0-1 0,0 1 0,0 0 0,-1-1 0,1 1 0,0-1 0,0 1 0,0-1 0,0 1 0,0-1 0,0 0 0,0 1 0,0-1 0,0 0 0,0 0 0,0 0 0,1 0 0,-1 0 0,0 0 0,0 0 0,1 0 0,-1 0 0,1 0 0,-1 0 0,1 0 0,0-1 0,-1 1 0,1 0 0,0 0 0,0 0 0,0-3 0,-1 0 0,0 1 0,1-1 0,0 0 0,0 0 0,0 0 0,1 1 0,-1-1 0,1 0 0,0 0 0,0 1 0,0-1 0,0 1 0,1-1 0,-1 1 0,1-1 0,0 1 0,0 0 0,0 0 0,1 0 0,-1 0 0,1 0 0,0 0 0,-1 1 0,1-1 0,0 1 0,0 0 0,1 0 0,-1 0 0,0 0 0,1 1 0,-1-1 0,1 1 0,0 0 0,-1 0 0,1 0 0,0 1 0,0-1 0,-1 1 0,1 0 0,0 0 0,0 0 0,0 0 0,-1 1 0,8 1 0,4 4 0,0 0 0,0 1 0,-1 0 0,25 17 0,13 7 0,-36-22 0,0-2 0,0 0 0,1-1 0,0-1 0,0-1 0,27 4 0,-39-7 0,0 0 0,0-1 0,0 0 0,-1 0 0,1 0 0,0-1 0,0 0 0,0 0 0,-1 0 0,1 0 0,0-1 0,-1 1 0,1-1 0,-1 0 0,0-1 0,1 1 0,-1-1 0,0 0 0,-1 0 0,1 0 0,0 0 0,-1-1 0,0 0 0,0 1 0,0-1 0,0 0 0,-1-1 0,4-5 0,2-15 0,-5 15 0,1 0 0,-1 0 0,2 0 0,7-13 0,-11 22 0,-1 0 0,1-1 0,0 1 0,0 0 0,0 0 0,-1 0 0,1 0 0,1 0 0,-1 0 0,0 0 0,0 1 0,0-1 0,0 0 0,0 1 0,1-1 0,-1 0 0,0 1 0,1 0 0,-1-1 0,0 1 0,1 0 0,-1-1 0,0 1 0,1 0 0,-1 0 0,1 0 0,-1 0 0,0 1 0,1-1 0,-1 0 0,1 1 0,-1-1 0,0 0 0,0 1 0,1 0 0,-1-1 0,0 1 0,0 0 0,2 1 0,2 3 0,-1-1 0,-1 1 0,1 0 0,-1 1 0,0-1 0,0 0 0,0 1 0,-1 0 0,1-1 0,-2 1 0,1 0 0,1 7 0,10 26 0,-9-31 0,1 0 0,0 0 0,0-1 0,1 0 0,0 0 0,1 0 0,-1 0 0,1-1 0,1-1 0,-1 1 0,1-1 0,12 7 0,-7-6 0,-1 0 0,1-1 0,0 0 0,0-1 0,0-1 0,1 0 0,24 2 0,-34-5 0,0 0 0,0 0 0,0-1 0,0 0 0,0 0 0,-1 0 0,1 0 0,0 0 0,0-1 0,-1 0 0,1 0 0,-1 0 0,5-3 0,43-41 0,-9 8 0,9 4 0,2 3 0,1 2 0,66-25 0,-98 46 0,1 2 0,0 1 0,0 0 0,0 2 0,43-1 0,26-3 0,-55 3 0,37 2 0,11-1 0,-73 0 0,-15-2 0,-21-2 0,-2 3 0,0 2 0,-1 1 0,1 1 0,0 1 0,0 1 0,0 2 0,0 0 0,1 2 0,-1 0 0,1 2 0,-41 19 0,61-24 0,-1 0 0,1-1 0,-1 1 0,0-1 0,0 0 0,0-1 0,-1 0 0,1 0 0,0 0 0,0-1 0,0 1 0,-1-2 0,1 1 0,0-1 0,0 0 0,-1 0 0,1 0 0,0-1 0,0 0 0,0 0 0,1-1 0,-1 1 0,1-1 0,-1-1 0,1 1 0,0-1 0,-7-6 0,5 4 0,0 0 0,-1 0 0,0 0 0,0 1 0,0 0 0,-1 1 0,0 0 0,1 0 0,-2 1 0,1 0 0,0 0 0,-1 1 0,1 0 0,-1 1 0,1 0 0,-16 1 0,2 1 0,1 0 0,0 2 0,0 0 0,0 1 0,-35 13 0,32-9 0,17-6 0,-1 0 0,0 1 0,1 0 0,0 1 0,0-1 0,0 2 0,0-1 0,0 1 0,1 0 0,0 1 0,0 0 0,-9 10 0,-2 9 0,1 1 0,1 0 0,1 2 0,-21 53 0,-129 245 0,132-268 0,-71 116 0,88-149 0,15-23 0,-1-1 0,1 1 0,0 0 0,0 0 0,0 0 0,0 0 0,1 0 0,-1 1 0,0-1 0,1 0 0,-1 0 0,1 0 0,0 1 0,0-1 0,0 0 0,0 3 0,1-4 0,-1-1 0,0 1 0,0 0 0,1-1 0,-1 1 0,0-1 0,1 1 0,-1-1 0,0 0 0,1 1 0,-1-1 0,1 1 0,-1-1 0,1 0 0,-1 1 0,1-1 0,-1 0 0,1 1 0,0-1 0,-1 0 0,2 1 0,21-3 0,-11-2 0,0-1 0,0 0 0,-1-1 0,0 0 0,0 0 0,0-1 0,18-17 0,61-66 0,-65 58 0,-2 0 0,-1-2 0,23-46 0,10-16 0,-16 26 0,-26 45 0,1 1 0,27-37 0,-39 58 0,1 0 0,-1 1 0,0-1 0,1 1 0,-1 0 0,1-1 0,0 1 0,0 1 0,0-1 0,0 0 0,0 1 0,0-1 0,0 1 0,1 0 0,-1 0 0,0 1 0,1-1 0,-1 0 0,0 1 0,1 0 0,-1 0 0,1 0 0,-1 0 0,0 1 0,1-1 0,-1 1 0,1 0 0,-1 0 0,0 0 0,0 0 0,0 1 0,0-1 0,0 1 0,0 0 0,0 0 0,0 0 0,0 0 0,-1 0 0,1 1 0,-1-1 0,0 1 0,0 0 0,0-1 0,0 1 0,0 0 0,-1 0 0,1 0 0,-1 1 0,0-1 0,1 0 0,0 7 0,1 35 0,-1 1 0,-8 77 0,5-120 0,0 10 0,-1 1 0,-1-1 0,0 0 0,-1 0 0,0-1 0,-1 1 0,0-1 0,-1 0 0,0 0 0,-1-1 0,-12 15 0,13-17 0,1-1 0,0 0 0,1 1 0,0 0 0,0 0 0,1 1 0,0-1 0,1 1 0,0-1 0,-2 18 0,4-27 0,0 0 0,0 0 0,0 0 0,0 1 0,0-1 0,0 0 0,0 0 0,0 0 0,0 0 0,0 0 0,0 0 0,0 0 0,0 1 0,0-1 0,0 0 0,0 0 0,0 0 0,0 0 0,0 0 0,0 0 0,0 0 0,0 0 0,0 1 0,0-1 0,0 0 0,0 0 0,0 0 0,0 0 0,0 0 0,0 0 0,0 0 0,1 0 0,-1 0 0,0 1 0,0-1 0,0 0 0,0 0 0,0 0 0,0 0 0,0 0 0,0 0 0,0 0 0,1 0 0,-1 0 0,0 0 0,0 0 0,0 0 0,0 0 0,0 0 0,0 0 0,0 0 0,1 0 0,-1 0 0,0 0 0,0 0 0,0 0 0,0 0 0,0 0 0,0 0 0,0 0 0,0 0 0,1 0 0,-1 0 0,7-9 0,7-14 0,41-109 0,31-60 0,-60 137 0,10-19 0,-31 66 0,-1 1 0,1 0 0,0 0 0,1 0 0,0 1 0,12-11 0,-18 16 0,1 0 0,0 0 0,0 1 0,-1-1 0,1 1 0,0-1 0,0 1 0,0-1 0,0 1 0,0-1 0,0 1 0,0 0 0,0 0 0,0-1 0,0 1 0,0 0 0,0 0 0,0 0 0,0 0 0,0 0 0,0 0 0,0 0 0,0 1 0,0-1 0,0 0 0,0 1 0,0-1 0,0 0 0,0 1 0,1 0 0,0 1 0,0 0 0,0 0 0,0 1 0,-1-1 0,1 0 0,-1 1 0,1-1 0,-1 1 0,0-1 0,0 1 0,1 3 0,2 9 0,0 0 0,2 31 0,-3 36 0,-15 161 0,1-81 0,14-131 0,1-27 0,1-19 0,4-49 0,-6 43 0,0-1 0,1 0 0,1 1 0,0 0 0,2 0 0,1 1 0,11-23 0,-3 18 0,1 0 0,39-44 0,-46 56 0,-6 9 0,-1-1 0,1 1 0,0-1 0,0 1 0,0 0 0,6-4 0,-9 8 0,0-1 0,0 1 0,0 0 0,0-1 0,0 1 0,0 0 0,0 0 0,0-1 0,0 1 0,0 0 0,0 0 0,0 0 0,0 0 0,0 1 0,0-1 0,0 0 0,0 0 0,0 1 0,0-1 0,0 0 0,0 1 0,0-1 0,0 1 0,0-1 0,0 1 0,-1-1 0,1 1 0,0 0 0,0 0 0,-1-1 0,1 1 0,0 0 0,-1 0 0,1 0 0,-1 0 0,1-1 0,-1 1 0,1 0 0,-1 0 0,0 0 0,1 2 0,6 19 0,0-1 0,-2 2 0,0-1 0,-1 0 0,0 43 0,-3 54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3BE92-2836-2377-AC03-A2DE9BD9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C9794-528F-622F-43DD-4480761AC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C919C-92B7-D9DB-548B-F07A4AA3A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46616-91E6-EEB7-1856-D004D3BB5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27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EE8AE-6B96-A0B7-5B01-1E66F709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B1102-F4C9-B3F6-1EBC-67E21A0E1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09EEB-322A-5BF0-4BAB-89D92C041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D25FF-334B-A586-E002-BDB8BEB75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471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A661C-EE8E-4550-79FC-6D2DE6283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3BE65-ABC2-C31E-F7BF-5074E255A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0FA71-42DC-F866-0B0B-A1E7E3AEB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4EB81-AFC1-22F2-9431-A4C105BD9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938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3C315-2F31-0964-567A-7316CBA1C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FF20B-31C2-4485-B341-8D4BE37D5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42BF9-76F7-7E12-CA6C-411D0EA63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48A72-B066-3B79-5AF6-739496354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875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4.png"/><Relationship Id="rId9" Type="http://schemas.microsoft.com/office/2007/relationships/diagramDrawing" Target="../diagrams/drawing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3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4.png"/><Relationship Id="rId9" Type="http://schemas.microsoft.com/office/2007/relationships/diagramDrawing" Target="../diagrams/drawing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65174" y="2204864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35736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Second Year Project Progress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178492"/>
              </p:ext>
            </p:extLst>
          </p:nvPr>
        </p:nvGraphicFramePr>
        <p:xfrm>
          <a:off x="1670446" y="3063354"/>
          <a:ext cx="6096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2401730141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Priya Shukla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2401730136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Neha Kumari Singh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2401730046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Sarah Henry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06395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2401730080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Khushboo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633598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2401730119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Priya Bora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751547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2401730133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Ridhima Singh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50682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1414310" y="1372508"/>
            <a:ext cx="66082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US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</a:t>
            </a: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mart Carbon Track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Industry Mentor: Mohit  Mahajan</a:t>
            </a:r>
          </a:p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 Dr. Shahjad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90996C-FC8F-E52F-D316-D623BEBBA342}"/>
              </a:ext>
            </a:extLst>
          </p:cNvPr>
          <p:cNvSpPr txBox="1"/>
          <p:nvPr/>
        </p:nvSpPr>
        <p:spPr>
          <a:xfrm>
            <a:off x="0" y="1061448"/>
            <a:ext cx="9071992" cy="5000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cs typeface="Times New Roman" panose="02020603050405020304" pitchFamily="18" charset="0"/>
              </a:rPr>
              <a:t>Smart </a:t>
            </a:r>
            <a:r>
              <a:rPr lang="en-US" altLang="en-US" dirty="0" err="1">
                <a:cs typeface="Times New Roman" panose="02020603050405020304" pitchFamily="18" charset="0"/>
              </a:rPr>
              <a:t>CarbonTrack</a:t>
            </a:r>
            <a:r>
              <a:rPr lang="en-US" altLang="en-US" dirty="0">
                <a:cs typeface="Times New Roman" panose="02020603050405020304" pitchFamily="18" charset="0"/>
              </a:rPr>
              <a:t> is a digital platform designed to monitor, analyze, and reduce carbon emissions in manufacturing units.</a:t>
            </a:r>
            <a:endParaRPr lang="en-US" altLang="en-US" dirty="0">
              <a:latin typeface="+mj-lt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 (Body)"/>
                <a:cs typeface="Times New Roman" panose="02020603050405020304" pitchFamily="18" charset="0"/>
              </a:rPr>
              <a:t>It collects data from energy consumption, production processes, and operational activities.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 (Body)"/>
                <a:cs typeface="Times New Roman" panose="02020603050405020304" pitchFamily="18" charset="0"/>
              </a:rPr>
              <a:t>The system converts this data into measurable carbon emissions using standard calculation methods.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 (Body)"/>
                <a:cs typeface="Times New Roman" panose="02020603050405020304" pitchFamily="18" charset="0"/>
              </a:rPr>
              <a:t>It provides visual insights through dashboards to help industries understand their environmental impact.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 (Body)"/>
                <a:cs typeface="Times New Roman" panose="02020603050405020304" pitchFamily="18" charset="0"/>
              </a:rPr>
              <a:t>The main goal is to support industries in making sustainable and eco-friendly decisions.</a:t>
            </a:r>
            <a:endParaRPr lang="en-IN" dirty="0">
              <a:latin typeface="Calibri (Body)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164665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FC4EE83-BA10-4C5F-FF04-BA9865A9A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4355" y="1652143"/>
            <a:ext cx="932922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Data Collection: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Digitally gather monthly power, fuel, and production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Emission Calculation: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Compute carbon emissions using standard factors.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KPI Generation: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Generate key indicators like carbon intensity, RE%, and energy ratio.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Trend Visualization: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Display emission trends and performance gaps via interactive dashboards.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Monthly Comparison: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Track month-over-month progress against targets.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Decision Support: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Enable data-driven actions to reduce carbon footprint.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1C8A04-3A3E-3A83-9E99-A301C38F1969}"/>
              </a:ext>
            </a:extLst>
          </p:cNvPr>
          <p:cNvSpPr txBox="1"/>
          <p:nvPr/>
        </p:nvSpPr>
        <p:spPr>
          <a:xfrm>
            <a:off x="198928" y="1293834"/>
            <a:ext cx="828092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alibri (Body)"/>
              </a:rPr>
              <a:t>Monthly Data-Based System- </a:t>
            </a:r>
            <a:r>
              <a:rPr lang="en-US" dirty="0">
                <a:latin typeface="Calibri (Body)"/>
              </a:rPr>
              <a:t>Uses existing energy, fuel, and production data without requiring new sensors or IoT devices.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Calibri (Body)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alibri (Body)"/>
              </a:rPr>
              <a:t>Automated Co</a:t>
            </a:r>
            <a:r>
              <a:rPr lang="en-US" b="1" baseline="-14000" dirty="0">
                <a:latin typeface="Calibri (Body)"/>
              </a:rPr>
              <a:t>2 </a:t>
            </a:r>
            <a:r>
              <a:rPr lang="en-US" b="1" dirty="0">
                <a:latin typeface="Calibri (Body)"/>
              </a:rPr>
              <a:t>Calculations- </a:t>
            </a:r>
            <a:r>
              <a:rPr lang="en-US" dirty="0">
                <a:latin typeface="Calibri (Body)"/>
              </a:rPr>
              <a:t>Converts raw inputs into total energy (MJ) and carbon emissions (Kg CO₂) using emission factors.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Calibri (Body)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alibri (Body)"/>
              </a:rPr>
              <a:t>KPI Generation &amp; Validation- </a:t>
            </a:r>
            <a:r>
              <a:rPr lang="en-US" dirty="0">
                <a:latin typeface="Calibri (Body)"/>
              </a:rPr>
              <a:t>Calculates carbon intensity, RE %, and EUR; compares with baseline &amp; targets.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Calibri (Body)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alibri (Body)"/>
              </a:rPr>
              <a:t>Carbon Credit Estimation- </a:t>
            </a:r>
            <a:r>
              <a:rPr lang="en-US" dirty="0">
                <a:latin typeface="Calibri (Body)"/>
              </a:rPr>
              <a:t>Estimates avoided CO₂ when performance improves over baseline, supporting credit reporting.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Calibri (Body)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alibri (Body)"/>
              </a:rPr>
              <a:t>Secure &amp; Immutable Records- </a:t>
            </a:r>
            <a:r>
              <a:rPr lang="en-US" dirty="0">
                <a:latin typeface="Calibri (Body)"/>
              </a:rPr>
              <a:t>Maintains tamper-proof monthly records for audit trails, compliance, and historical tracking.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Calibri (Body)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alibri (Body)"/>
              </a:rPr>
              <a:t>Decision Support- </a:t>
            </a:r>
            <a:r>
              <a:rPr lang="en-US" dirty="0">
                <a:latin typeface="Calibri (Body)"/>
              </a:rPr>
              <a:t>Identifies performance gaps and provides actionable insights for emission reduction.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3F2B-4274-D144-7093-B867F4CB3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527858-67DE-3DF8-FF01-8DB1846AE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2CBC630-DA86-8B5C-8CF1-BBD133225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44288"/>
            <a:ext cx="5688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Progress Summary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B5C432-E63F-6355-19A5-32B65372F4DD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6D3DC83-45E5-89A4-957B-69C5B50632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6412DA-6D17-40E5-6A15-8B5AF801558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F68A13-91E4-5B4F-0EF9-F69EC4E8BEDB}"/>
              </a:ext>
            </a:extLst>
          </p:cNvPr>
          <p:cNvSpPr txBox="1"/>
          <p:nvPr/>
        </p:nvSpPr>
        <p:spPr>
          <a:xfrm>
            <a:off x="395536" y="1340768"/>
            <a:ext cx="84249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Conducted detailed research on carbon emission tracking systems and sustainability practices.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Completed literature review including GHG Protocol and emission standards.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Identified required data such as energy consumption and production metrics.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Designed initial system architecture and workflow.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Developed frontend interface using React.js.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Designed dashboard &amp; analytics page.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Integrated charting tools (ApexCharts) for data visualization.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Implemented basic emission calculation logic and tested with sample data and connect the backend.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562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C45B-C9D0-DBF5-811F-0F08DB7B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CAFCE0-31E7-9CED-BEF6-9C94A97D7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C8D1C93-2569-153C-C90B-6D82C35C1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161CDA-82E4-E4CE-AB8A-F7E4594878E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B65409-50C0-1C48-4C06-AA7695D3A2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A415DE-1A39-2EE3-AFD1-9EC11ED520C7}"/>
              </a:ext>
            </a:extLst>
          </p:cNvPr>
          <p:cNvSpPr txBox="1"/>
          <p:nvPr/>
        </p:nvSpPr>
        <p:spPr>
          <a:xfrm>
            <a:off x="395535" y="1340768"/>
            <a:ext cx="878497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Frontend Development: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Designed user-friendly interface using React components.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Implemented charts and graphs for better visualization of emission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Developed dashboard &amp; analytic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Backend/Logic Development: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Developed formulas to calculate carbon emissions from input data and connect it.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REST API endpoints defined.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Processed and structured data for accurate analysis.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System Integration: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Connected data inputs with visualization components.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Tested system functionality and improved performance.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Emission factor dataset integrated.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254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276338A-F8AB-ABEB-87F4-7E7B678BB5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4691471"/>
              </p:ext>
            </p:extLst>
          </p:nvPr>
        </p:nvGraphicFramePr>
        <p:xfrm>
          <a:off x="395536" y="1182720"/>
          <a:ext cx="8568952" cy="5126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B1AC4FE-9A4F-F464-CA8E-3B900C297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14:cNvPr>
              <p14:cNvContentPartPr/>
              <p14:nvPr/>
            </p14:nvContentPartPr>
            <p14:xfrm>
              <a:off x="6087360" y="2475240"/>
              <a:ext cx="646200" cy="333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24360" y="2412240"/>
                <a:ext cx="771840" cy="459360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Picture 1" descr="extracted_slide7_img3.jpg">
            <a:extLst>
              <a:ext uri="{FF2B5EF4-FFF2-40B4-BE49-F238E27FC236}">
                <a16:creationId xmlns:a16="http://schemas.microsoft.com/office/drawing/2014/main" id="{56E2B62D-75FE-72C9-E252-F53F02BE8A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069" y="1098241"/>
            <a:ext cx="6828291" cy="524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CBE56-1D41-7167-8FFB-A09C6DDB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B3A7BE-7862-048E-951C-86CFD388A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F1F4E46-D933-954B-D887-0C743D7A6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222086-A20A-7049-0744-A17C1E596D3B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926CD72-25A6-86DC-34B2-F6A291749F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D0BEBF-445B-BE7B-3FF6-A71A2B58737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C27A688-8646-DB1F-FAA1-AE2FA9844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A8C1CD9-6309-C549-FA5C-89C0DB7106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9371051"/>
              </p:ext>
            </p:extLst>
          </p:nvPr>
        </p:nvGraphicFramePr>
        <p:xfrm>
          <a:off x="1187623" y="1177642"/>
          <a:ext cx="7270429" cy="50154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92643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052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732EBC-5061-44E5-1DC7-7E47FC8C0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357376"/>
              </p:ext>
            </p:extLst>
          </p:nvPr>
        </p:nvGraphicFramePr>
        <p:xfrm>
          <a:off x="251575" y="1394435"/>
          <a:ext cx="8712969" cy="45527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07833">
                  <a:extLst>
                    <a:ext uri="{9D8B030D-6E8A-4147-A177-3AD203B41FA5}">
                      <a16:colId xmlns:a16="http://schemas.microsoft.com/office/drawing/2014/main" val="2340125563"/>
                    </a:ext>
                  </a:extLst>
                </a:gridCol>
                <a:gridCol w="1751284">
                  <a:extLst>
                    <a:ext uri="{9D8B030D-6E8A-4147-A177-3AD203B41FA5}">
                      <a16:colId xmlns:a16="http://schemas.microsoft.com/office/drawing/2014/main" val="2535012237"/>
                    </a:ext>
                  </a:extLst>
                </a:gridCol>
                <a:gridCol w="1751284">
                  <a:extLst>
                    <a:ext uri="{9D8B030D-6E8A-4147-A177-3AD203B41FA5}">
                      <a16:colId xmlns:a16="http://schemas.microsoft.com/office/drawing/2014/main" val="1832104966"/>
                    </a:ext>
                  </a:extLst>
                </a:gridCol>
                <a:gridCol w="1751284">
                  <a:extLst>
                    <a:ext uri="{9D8B030D-6E8A-4147-A177-3AD203B41FA5}">
                      <a16:colId xmlns:a16="http://schemas.microsoft.com/office/drawing/2014/main" val="1184666680"/>
                    </a:ext>
                  </a:extLst>
                </a:gridCol>
                <a:gridCol w="1751284">
                  <a:extLst>
                    <a:ext uri="{9D8B030D-6E8A-4147-A177-3AD203B41FA5}">
                      <a16:colId xmlns:a16="http://schemas.microsoft.com/office/drawing/2014/main" val="266162634"/>
                    </a:ext>
                  </a:extLst>
                </a:gridCol>
              </a:tblGrid>
              <a:tr h="4811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Phase / Activity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   Month 1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Month 2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Month 3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Month 4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461996052"/>
                  </a:ext>
                </a:extLst>
              </a:tr>
              <a:tr h="81431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Requirement Analysis 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</a:rPr>
                        <a:t>   █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368709789"/>
                  </a:ext>
                </a:extLst>
              </a:tr>
              <a:tr h="81431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Literature Review</a:t>
                      </a:r>
                      <a:endParaRPr lang="en-IN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</a:rPr>
                        <a:t>   █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█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093717008"/>
                  </a:ext>
                </a:extLst>
              </a:tr>
              <a:tr h="114744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Coding (Frontend + Backend)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</a:rPr>
                        <a:t>█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</a:rPr>
                        <a:t>█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313575603"/>
                  </a:ext>
                </a:extLst>
              </a:tr>
              <a:tr h="81431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Testing &amp; Debugging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█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█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356052814"/>
                  </a:ext>
                </a:extLst>
              </a:tr>
              <a:tr h="4811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Final Report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</a:rPr>
                        <a:t>█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743485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CDCA2-809E-6D83-D42D-750510F89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972655-A0FD-7923-EAE6-F8504228D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586354D-B57C-4AB5-50E5-D5E6E2A51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 Steps and Goals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A045F8-58D6-32DE-1A78-7BF61B468745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2C63B0B-38AB-BDC6-BC45-A8B7244E28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05AE5B-E43E-CFC9-59E3-0853A368E8B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71A80A2-EA03-6476-D9C3-239857EC94CB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71A80A2-EA03-6476-D9C3-239857EC94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4016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47500303-87F5-9EFD-7C79-86C1CBCA64B9}"/>
              </a:ext>
            </a:extLst>
          </p:cNvPr>
          <p:cNvSpPr txBox="1"/>
          <p:nvPr/>
        </p:nvSpPr>
        <p:spPr>
          <a:xfrm>
            <a:off x="179512" y="1293834"/>
            <a:ext cx="820891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Finalize backend API for all calculation endpoints.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Complete user authentication &amp; access control.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Develop Report Page for generating and viewing monthly/annual emission reports.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Create Settings Page to manage user profile, preferences, and thresholds.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Integrate download/export functionality for reports (PDF/Excel).</a:t>
            </a:r>
            <a:endParaRPr lang="en-IN" dirty="0"/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Conduct internal unit testing on calculation engine.</a:t>
            </a:r>
          </a:p>
        </p:txBody>
      </p:sp>
    </p:spTree>
    <p:extLst>
      <p:ext uri="{BB962C8B-B14F-4D97-AF65-F5344CB8AC3E}">
        <p14:creationId xmlns:p14="http://schemas.microsoft.com/office/powerpoint/2010/main" val="2366508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A75E28-5933-BA14-01C0-7B24A06EFA5A}"/>
              </a:ext>
            </a:extLst>
          </p:cNvPr>
          <p:cNvSpPr txBox="1"/>
          <p:nvPr/>
        </p:nvSpPr>
        <p:spPr>
          <a:xfrm>
            <a:off x="323528" y="1293834"/>
            <a:ext cx="493204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Input data Sources: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Monthly electricity consumption (kWh) — Grid, RE PPA, Solar Rooftop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Fuel consumption: Diesel (HSD), LPG, PNG (SCM), Furnace Oil, Biomass (MJ)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Production quantity (Liters / Units / Tons per month)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Historical baseline data for comparison &amp; target setting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Plant metadata: name, location, sector, production type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/>
          </a:p>
          <a:p>
            <a:r>
              <a:rPr lang="en-IN" b="1" dirty="0"/>
              <a:t>Emission factor used: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Grid Electricity: 0.735 Kg CO₂/kWh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HSD (Diesel): 2.754 Kg CO₂/Ltr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LPG: 2.920 Kg CO₂/Kg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PNG: 1.885 Kg CO₂/SCM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Biomass: 0.0018 Kg CO₂/MJ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4F4784-AFD9-9A61-EFA4-CB007F6C08F2}"/>
              </a:ext>
            </a:extLst>
          </p:cNvPr>
          <p:cNvSpPr txBox="1"/>
          <p:nvPr/>
        </p:nvSpPr>
        <p:spPr>
          <a:xfrm>
            <a:off x="5364088" y="1340768"/>
            <a:ext cx="3096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Technology used:</a:t>
            </a:r>
          </a:p>
          <a:p>
            <a:endParaRPr lang="en-IN" sz="2000" b="1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241DB7E2-91D7-2226-74D2-03D60C37BB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2557438"/>
              </p:ext>
            </p:extLst>
          </p:nvPr>
        </p:nvGraphicFramePr>
        <p:xfrm>
          <a:off x="5364088" y="1788488"/>
          <a:ext cx="3765015" cy="4088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976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Usecases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16655A-1357-E631-5FE4-E3A8279C8EC2}"/>
              </a:ext>
            </a:extLst>
          </p:cNvPr>
          <p:cNvSpPr txBox="1"/>
          <p:nvPr/>
        </p:nvSpPr>
        <p:spPr>
          <a:xfrm>
            <a:off x="84535" y="1293834"/>
            <a:ext cx="815987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used by manufacturing industries to monitor and control carbon emissions.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Performance comparison against baseline and internal targets.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Identification of high-emission processes and fuel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Estimation of carbon credits from improvement over baseline.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Helpful for environmental agencies to track industrial pollution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Useful for companies aiming to achieve sustainability goals and certifications.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can be expanded to include different sectors like transportation and energy.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Future scope includes integration with smart devices and large-scale deployment.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CE5F28-78E4-0344-6A5B-FC1AC4E20F27}"/>
              </a:ext>
            </a:extLst>
          </p:cNvPr>
          <p:cNvSpPr txBox="1"/>
          <p:nvPr/>
        </p:nvSpPr>
        <p:spPr>
          <a:xfrm>
            <a:off x="323528" y="1239149"/>
            <a:ext cx="712879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Accurate monthly carbon footprint per unit.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Clear visibility of energy &amp; emission performance.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Identification of high-emission sources.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Support for compliance &amp; sustainability reporting.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Drives sustainable manufacturing practices.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Reduces dependency on costly manual tracking.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Enables data-driven energy efficiency decisions.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Supports reduction of environmental impact through informed decisions.</a:t>
            </a: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6471</TotalTime>
  <Words>1199</Words>
  <Application>Microsoft Office PowerPoint</Application>
  <PresentationFormat>On-screen Show (4:3)</PresentationFormat>
  <Paragraphs>236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Calibri</vt:lpstr>
      <vt:lpstr>Calibri (Body)</vt:lpstr>
      <vt:lpstr>Cambria</vt:lpstr>
      <vt:lpstr>Garamond</vt:lpstr>
      <vt:lpstr>Google Sans Text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Swagati  Priyadarshini 7050 [TSRS-AR]</cp:lastModifiedBy>
  <cp:revision>318</cp:revision>
  <cp:lastPrinted>2022-09-05T08:43:44Z</cp:lastPrinted>
  <dcterms:created xsi:type="dcterms:W3CDTF">2020-01-16T09:05:56Z</dcterms:created>
  <dcterms:modified xsi:type="dcterms:W3CDTF">2026-03-18T16:13:52Z</dcterms:modified>
</cp:coreProperties>
</file>